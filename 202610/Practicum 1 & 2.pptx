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Merriweather Sans"/>
      <p:regular r:id="rId14"/>
      <p:bold r:id="rId15"/>
      <p:italic r:id="rId16"/>
      <p:boldItalic r:id="rId17"/>
    </p:embeddedFont>
    <p:embeddedFont>
      <p:font typeface="Merriweather Sans ExtraBold"/>
      <p:bold r:id="rId18"/>
      <p:boldItalic r:id="rId19"/>
    </p:embeddedFont>
    <p:embeddedFont>
      <p:font typeface="Merriweather Black"/>
      <p:bold r:id="rId20"/>
      <p:boldItalic r:id="rId21"/>
    </p:embeddedFont>
    <p:embeddedFont>
      <p:font typeface="Sanchez"/>
      <p:regular r:id="rId22"/>
      <p: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0" Type="http://schemas.openxmlformats.org/officeDocument/2006/relationships/font" Target="fonts/MerriweatherBlack-bold.fntdata"/><Relationship Id="rId22" Type="http://schemas.openxmlformats.org/officeDocument/2006/relationships/font" Target="fonts/Sanchez-regular.fntdata"/><Relationship Id="rId21" Type="http://schemas.openxmlformats.org/officeDocument/2006/relationships/font" Target="fonts/MerriweatherBlack-boldItalic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Sanchez-italic.fntdata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MerriweatherSans-bold.fntdata"/><Relationship Id="rId14" Type="http://schemas.openxmlformats.org/officeDocument/2006/relationships/font" Target="fonts/MerriweatherSans-regular.fntdata"/><Relationship Id="rId17" Type="http://schemas.openxmlformats.org/officeDocument/2006/relationships/font" Target="fonts/MerriweatherSans-boldItalic.fntdata"/><Relationship Id="rId16" Type="http://schemas.openxmlformats.org/officeDocument/2006/relationships/font" Target="fonts/MerriweatherSans-italic.fntdata"/><Relationship Id="rId19" Type="http://schemas.openxmlformats.org/officeDocument/2006/relationships/font" Target="fonts/MerriweatherSansExtraBold-boldItalic.fntdata"/><Relationship Id="rId18" Type="http://schemas.openxmlformats.org/officeDocument/2006/relationships/font" Target="fonts/Merriweather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ba3629ea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ba3629ea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9c1e2b0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9c1e2b0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9c1e2b09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b9c1e2b09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9c1e2b09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b9c1e2b09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9c1e2b09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b9c1e2b09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b9dc19f7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b9dc19f7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b9dc19f79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b9dc19f79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932E4D"/>
              </a:buClr>
              <a:buSzPts val="1700"/>
              <a:buFont typeface="Merriweather Sans"/>
              <a:buAutoNum type="arabicPeriod"/>
            </a:pPr>
            <a:r>
              <a:rPr lang="en" sz="1700">
                <a:solidFill>
                  <a:srgbClr val="932E4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Input and output. Y=2x. tiktok. Optimization</a:t>
            </a:r>
            <a:endParaRPr sz="1700">
              <a:solidFill>
                <a:srgbClr val="932E4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932E4D"/>
              </a:buClr>
              <a:buSzPts val="1700"/>
              <a:buFont typeface="Merriweather Sans"/>
              <a:buAutoNum type="arabicPeriod"/>
            </a:pPr>
            <a:r>
              <a:rPr lang="en" sz="1700">
                <a:solidFill>
                  <a:srgbClr val="932E4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print() input() abs() str() float() int() len()</a:t>
            </a:r>
            <a:endParaRPr sz="1700">
              <a:solidFill>
                <a:srgbClr val="932E4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932E4D"/>
              </a:buClr>
              <a:buSzPts val="1700"/>
              <a:buFont typeface="Merriweather Sans"/>
              <a:buAutoNum type="arabicPeriod"/>
            </a:pPr>
            <a:r>
              <a:rPr lang="en" sz="1700">
                <a:solidFill>
                  <a:srgbClr val="932E4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Str float int, stores whole, stores dec, stores text. Expressions, str print, </a:t>
            </a:r>
            <a:endParaRPr sz="1700">
              <a:solidFill>
                <a:srgbClr val="932E4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932E4D"/>
              </a:buClr>
              <a:buSzPts val="1700"/>
              <a:buFont typeface="Merriweather Sans"/>
              <a:buAutoNum type="arabicPeriod"/>
            </a:pPr>
            <a:r>
              <a:rPr lang="en" sz="1700">
                <a:solidFill>
                  <a:srgbClr val="932E4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Op: math compare division, etc. NOT AND OR. expr: can be evaluated. State: instructions that can be executed</a:t>
            </a:r>
            <a:endParaRPr sz="1700">
              <a:solidFill>
                <a:srgbClr val="932E4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932E4D"/>
              </a:buClr>
              <a:buSzPts val="1700"/>
              <a:buFont typeface="Merriweather Sans"/>
              <a:buAutoNum type="arabicPeriod"/>
            </a:pPr>
            <a:r>
              <a:rPr lang="en" sz="1700">
                <a:solidFill>
                  <a:srgbClr val="932E4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Binary is a system based on 0 and 1. Backbone machine readable. Bit: one digit/part. Byte: 8 bits</a:t>
            </a:r>
            <a:endParaRPr sz="1700">
              <a:solidFill>
                <a:srgbClr val="932E4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932E4D"/>
              </a:buClr>
              <a:buSzPts val="1700"/>
              <a:buFont typeface="Merriweather Sans"/>
              <a:buAutoNum type="arabicPeriod"/>
            </a:pPr>
            <a:r>
              <a:rPr lang="en" sz="1700">
                <a:solidFill>
                  <a:srgbClr val="932E4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Pseudocode useful plain english line for line. Can be translated </a:t>
            </a:r>
            <a:endParaRPr sz="1700">
              <a:solidFill>
                <a:srgbClr val="932E4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932E4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Arg1 = len</a:t>
            </a:r>
            <a:endParaRPr sz="1700">
              <a:solidFill>
                <a:srgbClr val="932E4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932E4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Arg2 = width</a:t>
            </a:r>
            <a:endParaRPr sz="1700">
              <a:solidFill>
                <a:srgbClr val="932E4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932E4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Arg 1 * arg 2</a:t>
            </a:r>
            <a:endParaRPr sz="1700">
              <a:solidFill>
                <a:srgbClr val="932E4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932E4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Print result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63f4da5bf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63f4da5bf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240457" y="944441"/>
            <a:ext cx="8036350" cy="5046825"/>
          </a:xfrm>
          <a:custGeom>
            <a:rect b="b" l="l" r="r" t="t"/>
            <a:pathLst>
              <a:path extrusionOk="0" h="201873" w="321454">
                <a:moveTo>
                  <a:pt x="121441" y="0"/>
                </a:moveTo>
                <a:cubicBezTo>
                  <a:pt x="112290" y="0"/>
                  <a:pt x="103295" y="8344"/>
                  <a:pt x="101930" y="39984"/>
                </a:cubicBezTo>
                <a:cubicBezTo>
                  <a:pt x="99696" y="92871"/>
                  <a:pt x="68243" y="98455"/>
                  <a:pt x="55122" y="98455"/>
                </a:cubicBezTo>
                <a:cubicBezTo>
                  <a:pt x="53230" y="98455"/>
                  <a:pt x="51306" y="98331"/>
                  <a:pt x="49445" y="98052"/>
                </a:cubicBezTo>
                <a:cubicBezTo>
                  <a:pt x="46809" y="97586"/>
                  <a:pt x="44110" y="97369"/>
                  <a:pt x="41442" y="97400"/>
                </a:cubicBezTo>
                <a:cubicBezTo>
                  <a:pt x="27328" y="97400"/>
                  <a:pt x="0" y="103108"/>
                  <a:pt x="4808" y="148334"/>
                </a:cubicBezTo>
                <a:cubicBezTo>
                  <a:pt x="8810" y="186518"/>
                  <a:pt x="38992" y="193560"/>
                  <a:pt x="60736" y="193560"/>
                </a:cubicBezTo>
                <a:cubicBezTo>
                  <a:pt x="68336" y="193591"/>
                  <a:pt x="75905" y="192784"/>
                  <a:pt x="83349" y="191171"/>
                </a:cubicBezTo>
                <a:cubicBezTo>
                  <a:pt x="83349" y="191171"/>
                  <a:pt x="92283" y="189062"/>
                  <a:pt x="104660" y="189062"/>
                </a:cubicBezTo>
                <a:cubicBezTo>
                  <a:pt x="116540" y="189062"/>
                  <a:pt x="131584" y="190985"/>
                  <a:pt x="144892" y="198585"/>
                </a:cubicBezTo>
                <a:cubicBezTo>
                  <a:pt x="148862" y="200849"/>
                  <a:pt x="152677" y="201873"/>
                  <a:pt x="156245" y="201873"/>
                </a:cubicBezTo>
                <a:cubicBezTo>
                  <a:pt x="177028" y="201873"/>
                  <a:pt x="189684" y="167752"/>
                  <a:pt x="181587" y="150629"/>
                </a:cubicBezTo>
                <a:cubicBezTo>
                  <a:pt x="181587" y="150629"/>
                  <a:pt x="171692" y="101216"/>
                  <a:pt x="247969" y="88125"/>
                </a:cubicBezTo>
                <a:cubicBezTo>
                  <a:pt x="321454" y="75501"/>
                  <a:pt x="282742" y="19232"/>
                  <a:pt x="237608" y="19232"/>
                </a:cubicBezTo>
                <a:cubicBezTo>
                  <a:pt x="235902" y="19232"/>
                  <a:pt x="234196" y="19325"/>
                  <a:pt x="232490" y="19480"/>
                </a:cubicBezTo>
                <a:cubicBezTo>
                  <a:pt x="207675" y="21869"/>
                  <a:pt x="188691" y="26366"/>
                  <a:pt x="173771" y="26366"/>
                </a:cubicBezTo>
                <a:cubicBezTo>
                  <a:pt x="160308" y="26366"/>
                  <a:pt x="151344" y="21806"/>
                  <a:pt x="142069" y="10422"/>
                </a:cubicBezTo>
                <a:cubicBezTo>
                  <a:pt x="138409" y="5956"/>
                  <a:pt x="131677" y="0"/>
                  <a:pt x="1214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3726025" y="1767600"/>
            <a:ext cx="4698000" cy="178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i="0" sz="4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726025" y="3554150"/>
            <a:ext cx="46980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3515724" y="462"/>
            <a:ext cx="5628274" cy="5143391"/>
          </a:xfrm>
          <a:custGeom>
            <a:rect b="b" l="l" r="r" t="t"/>
            <a:pathLst>
              <a:path extrusionOk="0" h="179776" w="196724">
                <a:moveTo>
                  <a:pt x="52435" y="0"/>
                </a:moveTo>
                <a:cubicBezTo>
                  <a:pt x="59813" y="33745"/>
                  <a:pt x="33446" y="72359"/>
                  <a:pt x="21723" y="87453"/>
                </a:cubicBezTo>
                <a:cubicBezTo>
                  <a:pt x="14289" y="96947"/>
                  <a:pt x="9101" y="108015"/>
                  <a:pt x="6517" y="119794"/>
                </a:cubicBezTo>
                <a:cubicBezTo>
                  <a:pt x="0" y="149850"/>
                  <a:pt x="13615" y="170524"/>
                  <a:pt x="21798" y="179775"/>
                </a:cubicBezTo>
                <a:lnTo>
                  <a:pt x="196724" y="179775"/>
                </a:lnTo>
                <a:lnTo>
                  <a:pt x="19672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4573600" y="2941050"/>
            <a:ext cx="3852000" cy="86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3600" y="2667600"/>
            <a:ext cx="3852000" cy="8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-1198" y="513512"/>
            <a:ext cx="4521870" cy="2637779"/>
          </a:xfrm>
          <a:custGeom>
            <a:rect b="b" l="l" r="r" t="t"/>
            <a:pathLst>
              <a:path extrusionOk="0" h="82302" w="141088">
                <a:moveTo>
                  <a:pt x="67569" y="1"/>
                </a:moveTo>
                <a:cubicBezTo>
                  <a:pt x="35272" y="1"/>
                  <a:pt x="8266" y="9518"/>
                  <a:pt x="0" y="12760"/>
                </a:cubicBezTo>
                <a:lnTo>
                  <a:pt x="0" y="82301"/>
                </a:lnTo>
                <a:cubicBezTo>
                  <a:pt x="8705" y="80012"/>
                  <a:pt x="37243" y="71725"/>
                  <a:pt x="55573" y="57021"/>
                </a:cubicBezTo>
                <a:cubicBezTo>
                  <a:pt x="67640" y="47328"/>
                  <a:pt x="82593" y="42137"/>
                  <a:pt x="97899" y="42137"/>
                </a:cubicBezTo>
                <a:cubicBezTo>
                  <a:pt x="101009" y="42137"/>
                  <a:pt x="104134" y="42351"/>
                  <a:pt x="107252" y="42786"/>
                </a:cubicBezTo>
                <a:cubicBezTo>
                  <a:pt x="109876" y="43136"/>
                  <a:pt x="112465" y="43704"/>
                  <a:pt x="115005" y="44473"/>
                </a:cubicBezTo>
                <a:cubicBezTo>
                  <a:pt x="116857" y="45053"/>
                  <a:pt x="118742" y="45330"/>
                  <a:pt x="120601" y="45330"/>
                </a:cubicBezTo>
                <a:cubicBezTo>
                  <a:pt x="127848" y="45330"/>
                  <a:pt x="134689" y="41109"/>
                  <a:pt x="137562" y="34114"/>
                </a:cubicBezTo>
                <a:cubicBezTo>
                  <a:pt x="141087" y="25526"/>
                  <a:pt x="137645" y="14765"/>
                  <a:pt x="109759" y="6110"/>
                </a:cubicBezTo>
                <a:cubicBezTo>
                  <a:pt x="95425" y="1655"/>
                  <a:pt x="81037" y="1"/>
                  <a:pt x="6756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3114927" y="1047241"/>
            <a:ext cx="6027708" cy="4096663"/>
          </a:xfrm>
          <a:custGeom>
            <a:rect b="b" l="l" r="r" t="t"/>
            <a:pathLst>
              <a:path extrusionOk="0" h="127821" w="188072">
                <a:moveTo>
                  <a:pt x="188072" y="0"/>
                </a:moveTo>
                <a:cubicBezTo>
                  <a:pt x="179835" y="9491"/>
                  <a:pt x="169174" y="16375"/>
                  <a:pt x="160653" y="20853"/>
                </a:cubicBezTo>
                <a:cubicBezTo>
                  <a:pt x="153318" y="24712"/>
                  <a:pt x="145164" y="26784"/>
                  <a:pt x="136860" y="26884"/>
                </a:cubicBezTo>
                <a:cubicBezTo>
                  <a:pt x="97946" y="27319"/>
                  <a:pt x="88556" y="54403"/>
                  <a:pt x="88556" y="54403"/>
                </a:cubicBezTo>
                <a:cubicBezTo>
                  <a:pt x="79566" y="94721"/>
                  <a:pt x="44478" y="104328"/>
                  <a:pt x="44478" y="104328"/>
                </a:cubicBezTo>
                <a:cubicBezTo>
                  <a:pt x="10894" y="107837"/>
                  <a:pt x="2055" y="119784"/>
                  <a:pt x="0" y="127821"/>
                </a:cubicBezTo>
                <a:lnTo>
                  <a:pt x="141472" y="127821"/>
                </a:lnTo>
                <a:cubicBezTo>
                  <a:pt x="142591" y="121271"/>
                  <a:pt x="142675" y="113501"/>
                  <a:pt x="140970" y="104328"/>
                </a:cubicBezTo>
                <a:cubicBezTo>
                  <a:pt x="135056" y="72465"/>
                  <a:pt x="174722" y="68756"/>
                  <a:pt x="188072" y="68405"/>
                </a:cubicBezTo>
                <a:lnTo>
                  <a:pt x="1880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4572000" y="1767600"/>
            <a:ext cx="3852000" cy="117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4572000" y="2670475"/>
            <a:ext cx="38520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1568600"/>
            <a:ext cx="9143833" cy="3574991"/>
          </a:xfrm>
          <a:custGeom>
            <a:rect b="b" l="l" r="r" t="t"/>
            <a:pathLst>
              <a:path extrusionOk="0" h="102494" w="285299">
                <a:moveTo>
                  <a:pt x="186358" y="0"/>
                </a:moveTo>
                <a:cubicBezTo>
                  <a:pt x="174323" y="0"/>
                  <a:pt x="167721" y="6002"/>
                  <a:pt x="167721" y="6002"/>
                </a:cubicBezTo>
                <a:cubicBezTo>
                  <a:pt x="153965" y="22904"/>
                  <a:pt x="140971" y="28318"/>
                  <a:pt x="129168" y="28318"/>
                </a:cubicBezTo>
                <a:cubicBezTo>
                  <a:pt x="112827" y="28318"/>
                  <a:pt x="98770" y="17941"/>
                  <a:pt x="88138" y="13304"/>
                </a:cubicBezTo>
                <a:cubicBezTo>
                  <a:pt x="81926" y="10597"/>
                  <a:pt x="75559" y="9450"/>
                  <a:pt x="69228" y="9450"/>
                </a:cubicBezTo>
                <a:cubicBezTo>
                  <a:pt x="34056" y="9450"/>
                  <a:pt x="0" y="44849"/>
                  <a:pt x="0" y="44849"/>
                </a:cubicBezTo>
                <a:lnTo>
                  <a:pt x="0" y="102494"/>
                </a:lnTo>
                <a:lnTo>
                  <a:pt x="285299" y="102494"/>
                </a:lnTo>
                <a:lnTo>
                  <a:pt x="285299" y="8291"/>
                </a:lnTo>
                <a:cubicBezTo>
                  <a:pt x="285299" y="8291"/>
                  <a:pt x="267553" y="20771"/>
                  <a:pt x="246192" y="20771"/>
                </a:cubicBezTo>
                <a:cubicBezTo>
                  <a:pt x="236901" y="20771"/>
                  <a:pt x="226925" y="18409"/>
                  <a:pt x="217429" y="11633"/>
                </a:cubicBezTo>
                <a:cubicBezTo>
                  <a:pt x="204877" y="2682"/>
                  <a:pt x="194403" y="0"/>
                  <a:pt x="1863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1087650" y="2667604"/>
            <a:ext cx="2903700" cy="52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25" name="Google Shape;25;p5"/>
          <p:cNvSpPr txBox="1"/>
          <p:nvPr>
            <p:ph idx="2" type="subTitle"/>
          </p:nvPr>
        </p:nvSpPr>
        <p:spPr>
          <a:xfrm>
            <a:off x="1087650" y="3197100"/>
            <a:ext cx="2903700" cy="9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6" name="Google Shape;26;p5"/>
          <p:cNvSpPr txBox="1"/>
          <p:nvPr>
            <p:ph idx="3" type="subTitle"/>
          </p:nvPr>
        </p:nvSpPr>
        <p:spPr>
          <a:xfrm>
            <a:off x="5152645" y="2667604"/>
            <a:ext cx="2903700" cy="52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9pPr>
          </a:lstStyle>
          <a:p/>
        </p:txBody>
      </p:sp>
      <p:sp>
        <p:nvSpPr>
          <p:cNvPr id="27" name="Google Shape;27;p5"/>
          <p:cNvSpPr txBox="1"/>
          <p:nvPr>
            <p:ph idx="4" type="subTitle"/>
          </p:nvPr>
        </p:nvSpPr>
        <p:spPr>
          <a:xfrm>
            <a:off x="5152650" y="3197100"/>
            <a:ext cx="2903700" cy="9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5631201" y="0"/>
            <a:ext cx="3513089" cy="5218650"/>
          </a:xfrm>
          <a:custGeom>
            <a:rect b="b" l="l" r="r" t="t"/>
            <a:pathLst>
              <a:path extrusionOk="0" h="208746" w="148013">
                <a:moveTo>
                  <a:pt x="79388" y="0"/>
                </a:moveTo>
                <a:cubicBezTo>
                  <a:pt x="79019" y="7045"/>
                  <a:pt x="80910" y="14221"/>
                  <a:pt x="80889" y="19048"/>
                </a:cubicBezTo>
                <a:cubicBezTo>
                  <a:pt x="80562" y="56818"/>
                  <a:pt x="54404" y="61971"/>
                  <a:pt x="39879" y="75214"/>
                </a:cubicBezTo>
                <a:cubicBezTo>
                  <a:pt x="26919" y="87021"/>
                  <a:pt x="16982" y="119746"/>
                  <a:pt x="21157" y="158473"/>
                </a:cubicBezTo>
                <a:cubicBezTo>
                  <a:pt x="23875" y="183544"/>
                  <a:pt x="12546" y="199678"/>
                  <a:pt x="0" y="208745"/>
                </a:cubicBezTo>
                <a:lnTo>
                  <a:pt x="148013" y="208745"/>
                </a:lnTo>
                <a:lnTo>
                  <a:pt x="14801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11" y="30"/>
            <a:ext cx="7859225" cy="4550226"/>
          </a:xfrm>
          <a:custGeom>
            <a:rect b="b" l="l" r="r" t="t"/>
            <a:pathLst>
              <a:path extrusionOk="0" h="166843" w="288174">
                <a:moveTo>
                  <a:pt x="0" y="0"/>
                </a:moveTo>
                <a:lnTo>
                  <a:pt x="0" y="166843"/>
                </a:lnTo>
                <a:cubicBezTo>
                  <a:pt x="14167" y="158901"/>
                  <a:pt x="36550" y="149220"/>
                  <a:pt x="61456" y="149220"/>
                </a:cubicBezTo>
                <a:cubicBezTo>
                  <a:pt x="67691" y="149220"/>
                  <a:pt x="74084" y="149826"/>
                  <a:pt x="80545" y="151219"/>
                </a:cubicBezTo>
                <a:cubicBezTo>
                  <a:pt x="89042" y="153051"/>
                  <a:pt x="97540" y="153813"/>
                  <a:pt x="105794" y="153813"/>
                </a:cubicBezTo>
                <a:cubicBezTo>
                  <a:pt x="146345" y="153813"/>
                  <a:pt x="181030" y="135437"/>
                  <a:pt x="181030" y="135437"/>
                </a:cubicBezTo>
                <a:cubicBezTo>
                  <a:pt x="181030" y="135437"/>
                  <a:pt x="213283" y="110335"/>
                  <a:pt x="245793" y="108129"/>
                </a:cubicBezTo>
                <a:cubicBezTo>
                  <a:pt x="278302" y="105902"/>
                  <a:pt x="264274" y="69708"/>
                  <a:pt x="264274" y="69708"/>
                </a:cubicBezTo>
                <a:cubicBezTo>
                  <a:pt x="264274" y="69708"/>
                  <a:pt x="254166" y="37199"/>
                  <a:pt x="275603" y="26106"/>
                </a:cubicBezTo>
                <a:cubicBezTo>
                  <a:pt x="288173" y="19604"/>
                  <a:pt x="286400" y="8255"/>
                  <a:pt x="28281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720000" y="862775"/>
            <a:ext cx="38520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720146" y="1272200"/>
            <a:ext cx="3852000" cy="22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8"/>
          <p:cNvGrpSpPr/>
          <p:nvPr/>
        </p:nvGrpSpPr>
        <p:grpSpPr>
          <a:xfrm>
            <a:off x="-681" y="106184"/>
            <a:ext cx="9143833" cy="4875704"/>
            <a:chOff x="-681" y="106184"/>
            <a:chExt cx="9143833" cy="4875704"/>
          </a:xfrm>
        </p:grpSpPr>
        <p:sp>
          <p:nvSpPr>
            <p:cNvPr id="37" name="Google Shape;37;p8"/>
            <p:cNvSpPr/>
            <p:nvPr/>
          </p:nvSpPr>
          <p:spPr>
            <a:xfrm>
              <a:off x="-681" y="106184"/>
              <a:ext cx="9143833" cy="3285029"/>
            </a:xfrm>
            <a:custGeom>
              <a:rect b="b" l="l" r="r" t="t"/>
              <a:pathLst>
                <a:path extrusionOk="0" h="102497" w="285299">
                  <a:moveTo>
                    <a:pt x="186335" y="0"/>
                  </a:moveTo>
                  <a:cubicBezTo>
                    <a:pt x="183926" y="0"/>
                    <a:pt x="181734" y="240"/>
                    <a:pt x="179768" y="625"/>
                  </a:cubicBezTo>
                  <a:cubicBezTo>
                    <a:pt x="174070" y="1761"/>
                    <a:pt x="168907" y="4752"/>
                    <a:pt x="165081" y="9113"/>
                  </a:cubicBezTo>
                  <a:cubicBezTo>
                    <a:pt x="152303" y="23576"/>
                    <a:pt x="140215" y="28318"/>
                    <a:pt x="129170" y="28318"/>
                  </a:cubicBezTo>
                  <a:cubicBezTo>
                    <a:pt x="112832" y="28318"/>
                    <a:pt x="98775" y="17942"/>
                    <a:pt x="88138" y="13307"/>
                  </a:cubicBezTo>
                  <a:cubicBezTo>
                    <a:pt x="81926" y="10600"/>
                    <a:pt x="75559" y="9453"/>
                    <a:pt x="69228" y="9453"/>
                  </a:cubicBezTo>
                  <a:cubicBezTo>
                    <a:pt x="34056" y="9453"/>
                    <a:pt x="0" y="44852"/>
                    <a:pt x="0" y="44852"/>
                  </a:cubicBezTo>
                  <a:lnTo>
                    <a:pt x="0" y="102497"/>
                  </a:lnTo>
                  <a:lnTo>
                    <a:pt x="285299" y="102497"/>
                  </a:lnTo>
                  <a:lnTo>
                    <a:pt x="285299" y="8294"/>
                  </a:lnTo>
                  <a:cubicBezTo>
                    <a:pt x="285299" y="8294"/>
                    <a:pt x="267553" y="20774"/>
                    <a:pt x="246192" y="20774"/>
                  </a:cubicBezTo>
                  <a:cubicBezTo>
                    <a:pt x="236901" y="20774"/>
                    <a:pt x="226925" y="18413"/>
                    <a:pt x="217429" y="11636"/>
                  </a:cubicBezTo>
                  <a:cubicBezTo>
                    <a:pt x="204864" y="2685"/>
                    <a:pt x="194387" y="0"/>
                    <a:pt x="186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8"/>
            <p:cNvSpPr/>
            <p:nvPr/>
          </p:nvSpPr>
          <p:spPr>
            <a:xfrm rot="10800000">
              <a:off x="-681" y="1696859"/>
              <a:ext cx="9143833" cy="3285029"/>
            </a:xfrm>
            <a:custGeom>
              <a:rect b="b" l="l" r="r" t="t"/>
              <a:pathLst>
                <a:path extrusionOk="0" h="102497" w="285299">
                  <a:moveTo>
                    <a:pt x="186335" y="0"/>
                  </a:moveTo>
                  <a:cubicBezTo>
                    <a:pt x="183926" y="0"/>
                    <a:pt x="181734" y="240"/>
                    <a:pt x="179768" y="625"/>
                  </a:cubicBezTo>
                  <a:cubicBezTo>
                    <a:pt x="174070" y="1761"/>
                    <a:pt x="168907" y="4752"/>
                    <a:pt x="165081" y="9113"/>
                  </a:cubicBezTo>
                  <a:cubicBezTo>
                    <a:pt x="152303" y="23576"/>
                    <a:pt x="140215" y="28318"/>
                    <a:pt x="129170" y="28318"/>
                  </a:cubicBezTo>
                  <a:cubicBezTo>
                    <a:pt x="112832" y="28318"/>
                    <a:pt x="98775" y="17942"/>
                    <a:pt x="88138" y="13307"/>
                  </a:cubicBezTo>
                  <a:cubicBezTo>
                    <a:pt x="81926" y="10600"/>
                    <a:pt x="75559" y="9453"/>
                    <a:pt x="69228" y="9453"/>
                  </a:cubicBezTo>
                  <a:cubicBezTo>
                    <a:pt x="34056" y="9453"/>
                    <a:pt x="0" y="44852"/>
                    <a:pt x="0" y="44852"/>
                  </a:cubicBezTo>
                  <a:lnTo>
                    <a:pt x="0" y="102497"/>
                  </a:lnTo>
                  <a:lnTo>
                    <a:pt x="285299" y="102497"/>
                  </a:lnTo>
                  <a:lnTo>
                    <a:pt x="285299" y="8294"/>
                  </a:lnTo>
                  <a:cubicBezTo>
                    <a:pt x="285299" y="8294"/>
                    <a:pt x="267553" y="20774"/>
                    <a:pt x="246192" y="20774"/>
                  </a:cubicBezTo>
                  <a:cubicBezTo>
                    <a:pt x="236901" y="20774"/>
                    <a:pt x="226925" y="18413"/>
                    <a:pt x="217429" y="11636"/>
                  </a:cubicBezTo>
                  <a:cubicBezTo>
                    <a:pt x="204864" y="2685"/>
                    <a:pt x="194387" y="0"/>
                    <a:pt x="186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8"/>
          <p:cNvSpPr txBox="1"/>
          <p:nvPr>
            <p:ph type="ctrTitle"/>
          </p:nvPr>
        </p:nvSpPr>
        <p:spPr>
          <a:xfrm>
            <a:off x="1392900" y="1686300"/>
            <a:ext cx="6358200" cy="177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 rot="10800000">
            <a:off x="-243720" y="1078"/>
            <a:ext cx="5456520" cy="5143481"/>
          </a:xfrm>
          <a:custGeom>
            <a:rect b="b" l="l" r="r" t="t"/>
            <a:pathLst>
              <a:path extrusionOk="0" h="186358" w="197700">
                <a:moveTo>
                  <a:pt x="9423" y="0"/>
                </a:moveTo>
                <a:cubicBezTo>
                  <a:pt x="1" y="35476"/>
                  <a:pt x="36156" y="77118"/>
                  <a:pt x="48912" y="93538"/>
                </a:cubicBezTo>
                <a:cubicBezTo>
                  <a:pt x="56569" y="103386"/>
                  <a:pt x="62986" y="116239"/>
                  <a:pt x="65642" y="128432"/>
                </a:cubicBezTo>
                <a:cubicBezTo>
                  <a:pt x="71400" y="155069"/>
                  <a:pt x="57752" y="174978"/>
                  <a:pt x="46392" y="186358"/>
                </a:cubicBezTo>
                <a:lnTo>
                  <a:pt x="197700" y="186358"/>
                </a:lnTo>
                <a:lnTo>
                  <a:pt x="19770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713225" y="3340950"/>
            <a:ext cx="4045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713225" y="4119125"/>
            <a:ext cx="2390400" cy="48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hasCustomPrompt="1" idx="2" type="title"/>
          </p:nvPr>
        </p:nvSpPr>
        <p:spPr>
          <a:xfrm>
            <a:off x="4242625" y="3559550"/>
            <a:ext cx="13173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2030400" y="1766700"/>
            <a:ext cx="5076000" cy="90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956379" y="-20130"/>
            <a:ext cx="7360811" cy="5160933"/>
          </a:xfrm>
          <a:custGeom>
            <a:rect b="b" l="l" r="r" t="t"/>
            <a:pathLst>
              <a:path extrusionOk="0" h="135984" w="193948">
                <a:moveTo>
                  <a:pt x="131211" y="0"/>
                </a:moveTo>
                <a:cubicBezTo>
                  <a:pt x="123264" y="7479"/>
                  <a:pt x="105204" y="21021"/>
                  <a:pt x="74608" y="26035"/>
                </a:cubicBezTo>
                <a:cubicBezTo>
                  <a:pt x="35271" y="32480"/>
                  <a:pt x="15044" y="65244"/>
                  <a:pt x="10681" y="74720"/>
                </a:cubicBezTo>
                <a:cubicBezTo>
                  <a:pt x="1" y="98007"/>
                  <a:pt x="10143" y="126748"/>
                  <a:pt x="13967" y="135983"/>
                </a:cubicBezTo>
                <a:lnTo>
                  <a:pt x="87328" y="135983"/>
                </a:lnTo>
                <a:cubicBezTo>
                  <a:pt x="105643" y="126719"/>
                  <a:pt x="133732" y="111450"/>
                  <a:pt x="150390" y="97214"/>
                </a:cubicBezTo>
                <a:cubicBezTo>
                  <a:pt x="174131" y="76916"/>
                  <a:pt x="190420" y="14462"/>
                  <a:pt x="19394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type="title"/>
          </p:nvPr>
        </p:nvSpPr>
        <p:spPr>
          <a:xfrm>
            <a:off x="720000" y="860400"/>
            <a:ext cx="7704000" cy="181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50" name="Google Shape;50;p11"/>
          <p:cNvSpPr txBox="1"/>
          <p:nvPr>
            <p:ph idx="1" type="subTitle"/>
          </p:nvPr>
        </p:nvSpPr>
        <p:spPr>
          <a:xfrm>
            <a:off x="720000" y="2670476"/>
            <a:ext cx="7704000" cy="8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">
  <p:cSld name="CUSTOM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>
            <a:off x="0" y="0"/>
            <a:ext cx="3164147" cy="2425663"/>
          </a:xfrm>
          <a:custGeom>
            <a:rect b="b" l="l" r="r" t="t"/>
            <a:pathLst>
              <a:path extrusionOk="0" h="73366" w="95702">
                <a:moveTo>
                  <a:pt x="0" y="0"/>
                </a:moveTo>
                <a:lnTo>
                  <a:pt x="0" y="73365"/>
                </a:lnTo>
                <a:cubicBezTo>
                  <a:pt x="0" y="73365"/>
                  <a:pt x="8657" y="72045"/>
                  <a:pt x="17216" y="50443"/>
                </a:cubicBezTo>
                <a:cubicBezTo>
                  <a:pt x="22619" y="36806"/>
                  <a:pt x="30868" y="34292"/>
                  <a:pt x="36217" y="34292"/>
                </a:cubicBezTo>
                <a:cubicBezTo>
                  <a:pt x="39341" y="34292"/>
                  <a:pt x="41476" y="35150"/>
                  <a:pt x="41476" y="35150"/>
                </a:cubicBezTo>
                <a:cubicBezTo>
                  <a:pt x="42656" y="35185"/>
                  <a:pt x="43808" y="35203"/>
                  <a:pt x="44933" y="35203"/>
                </a:cubicBezTo>
                <a:cubicBezTo>
                  <a:pt x="95701" y="35203"/>
                  <a:pt x="91707" y="0"/>
                  <a:pt x="917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3454532" y="336850"/>
            <a:ext cx="6646488" cy="4172190"/>
          </a:xfrm>
          <a:custGeom>
            <a:rect b="b" l="l" r="r" t="t"/>
            <a:pathLst>
              <a:path extrusionOk="0" h="126191" w="201028">
                <a:moveTo>
                  <a:pt x="75999" y="0"/>
                </a:moveTo>
                <a:cubicBezTo>
                  <a:pt x="70277" y="0"/>
                  <a:pt x="64632" y="5219"/>
                  <a:pt x="63786" y="24995"/>
                </a:cubicBezTo>
                <a:cubicBezTo>
                  <a:pt x="62369" y="58056"/>
                  <a:pt x="42705" y="61533"/>
                  <a:pt x="34495" y="61533"/>
                </a:cubicBezTo>
                <a:cubicBezTo>
                  <a:pt x="32308" y="61533"/>
                  <a:pt x="30934" y="61286"/>
                  <a:pt x="30934" y="61286"/>
                </a:cubicBezTo>
                <a:cubicBezTo>
                  <a:pt x="30934" y="61286"/>
                  <a:pt x="28898" y="60879"/>
                  <a:pt x="25918" y="60879"/>
                </a:cubicBezTo>
                <a:cubicBezTo>
                  <a:pt x="17095" y="60879"/>
                  <a:pt x="0" y="64450"/>
                  <a:pt x="2974" y="92735"/>
                </a:cubicBezTo>
                <a:cubicBezTo>
                  <a:pt x="5483" y="116594"/>
                  <a:pt x="24372" y="120998"/>
                  <a:pt x="37978" y="120998"/>
                </a:cubicBezTo>
                <a:cubicBezTo>
                  <a:pt x="45942" y="120998"/>
                  <a:pt x="52096" y="119489"/>
                  <a:pt x="52096" y="119489"/>
                </a:cubicBezTo>
                <a:cubicBezTo>
                  <a:pt x="52096" y="119489"/>
                  <a:pt x="57687" y="118179"/>
                  <a:pt x="65417" y="118179"/>
                </a:cubicBezTo>
                <a:cubicBezTo>
                  <a:pt x="72848" y="118179"/>
                  <a:pt x="82254" y="119389"/>
                  <a:pt x="90572" y="124136"/>
                </a:cubicBezTo>
                <a:cubicBezTo>
                  <a:pt x="93066" y="125559"/>
                  <a:pt x="95450" y="126190"/>
                  <a:pt x="97685" y="126190"/>
                </a:cubicBezTo>
                <a:cubicBezTo>
                  <a:pt x="110674" y="126190"/>
                  <a:pt x="118607" y="104878"/>
                  <a:pt x="113544" y="94154"/>
                </a:cubicBezTo>
                <a:cubicBezTo>
                  <a:pt x="113544" y="94154"/>
                  <a:pt x="107381" y="63275"/>
                  <a:pt x="155068" y="55091"/>
                </a:cubicBezTo>
                <a:cubicBezTo>
                  <a:pt x="201028" y="47203"/>
                  <a:pt x="176844" y="12028"/>
                  <a:pt x="148615" y="12028"/>
                </a:cubicBezTo>
                <a:cubicBezTo>
                  <a:pt x="147554" y="12028"/>
                  <a:pt x="146486" y="12077"/>
                  <a:pt x="145417" y="12180"/>
                </a:cubicBezTo>
                <a:cubicBezTo>
                  <a:pt x="129904" y="13671"/>
                  <a:pt x="118031" y="16493"/>
                  <a:pt x="108710" y="16493"/>
                </a:cubicBezTo>
                <a:cubicBezTo>
                  <a:pt x="100291" y="16493"/>
                  <a:pt x="93953" y="14191"/>
                  <a:pt x="88893" y="6523"/>
                </a:cubicBezTo>
                <a:cubicBezTo>
                  <a:pt x="88893" y="6523"/>
                  <a:pt x="82397" y="0"/>
                  <a:pt x="7599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720000" y="860400"/>
            <a:ext cx="3006000" cy="18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7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7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7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7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7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7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7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700"/>
            </a:lvl9pPr>
          </a:lstStyle>
          <a:p/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572150" y="3451043"/>
            <a:ext cx="1790400" cy="7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13"/>
          <p:cNvSpPr txBox="1"/>
          <p:nvPr>
            <p:ph hasCustomPrompt="1" idx="2" type="title"/>
          </p:nvPr>
        </p:nvSpPr>
        <p:spPr>
          <a:xfrm>
            <a:off x="4572150" y="2972300"/>
            <a:ext cx="1790400" cy="27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idx="3" type="subTitle"/>
          </p:nvPr>
        </p:nvSpPr>
        <p:spPr>
          <a:xfrm>
            <a:off x="6633600" y="3451043"/>
            <a:ext cx="1790400" cy="7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3"/>
          <p:cNvSpPr txBox="1"/>
          <p:nvPr>
            <p:ph hasCustomPrompt="1" idx="4" type="title"/>
          </p:nvPr>
        </p:nvSpPr>
        <p:spPr>
          <a:xfrm>
            <a:off x="6633600" y="2972300"/>
            <a:ext cx="1790400" cy="27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idx="5" type="subTitle"/>
          </p:nvPr>
        </p:nvSpPr>
        <p:spPr>
          <a:xfrm>
            <a:off x="6633600" y="3131325"/>
            <a:ext cx="17904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sp>
        <p:nvSpPr>
          <p:cNvPr id="61" name="Google Shape;61;p13"/>
          <p:cNvSpPr txBox="1"/>
          <p:nvPr>
            <p:ph idx="6" type="subTitle"/>
          </p:nvPr>
        </p:nvSpPr>
        <p:spPr>
          <a:xfrm>
            <a:off x="4572150" y="3131325"/>
            <a:ext cx="17904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sp>
        <p:nvSpPr>
          <p:cNvPr id="62" name="Google Shape;62;p13"/>
          <p:cNvSpPr txBox="1"/>
          <p:nvPr>
            <p:ph idx="7" type="subTitle"/>
          </p:nvPr>
        </p:nvSpPr>
        <p:spPr>
          <a:xfrm>
            <a:off x="4572150" y="1682080"/>
            <a:ext cx="1790400" cy="7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3"/>
          <p:cNvSpPr txBox="1"/>
          <p:nvPr>
            <p:ph hasCustomPrompt="1" idx="8" type="title"/>
          </p:nvPr>
        </p:nvSpPr>
        <p:spPr>
          <a:xfrm>
            <a:off x="4572150" y="1203338"/>
            <a:ext cx="1790400" cy="27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idx="9" type="subTitle"/>
          </p:nvPr>
        </p:nvSpPr>
        <p:spPr>
          <a:xfrm>
            <a:off x="6633600" y="1682080"/>
            <a:ext cx="1790400" cy="7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hasCustomPrompt="1" idx="13" type="title"/>
          </p:nvPr>
        </p:nvSpPr>
        <p:spPr>
          <a:xfrm>
            <a:off x="6633600" y="1203338"/>
            <a:ext cx="1790400" cy="27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idx="14" type="subTitle"/>
          </p:nvPr>
        </p:nvSpPr>
        <p:spPr>
          <a:xfrm>
            <a:off x="6633600" y="1362363"/>
            <a:ext cx="17904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sp>
        <p:nvSpPr>
          <p:cNvPr id="67" name="Google Shape;67;p13"/>
          <p:cNvSpPr txBox="1"/>
          <p:nvPr>
            <p:ph idx="15" type="subTitle"/>
          </p:nvPr>
        </p:nvSpPr>
        <p:spPr>
          <a:xfrm>
            <a:off x="4572150" y="1362363"/>
            <a:ext cx="17904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2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719875" y="975825"/>
            <a:ext cx="7704000" cy="36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1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 sz="13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3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sz="13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 sz="13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3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sz="13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 sz="1300"/>
            </a:lvl9pPr>
          </a:lstStyle>
          <a:p/>
        </p:txBody>
      </p:sp>
      <p:sp>
        <p:nvSpPr>
          <p:cNvPr id="71" name="Google Shape;71;p14"/>
          <p:cNvSpPr/>
          <p:nvPr/>
        </p:nvSpPr>
        <p:spPr>
          <a:xfrm flipH="1">
            <a:off x="6839496" y="0"/>
            <a:ext cx="2304504" cy="1766653"/>
          </a:xfrm>
          <a:custGeom>
            <a:rect b="b" l="l" r="r" t="t"/>
            <a:pathLst>
              <a:path extrusionOk="0" h="73366" w="95702">
                <a:moveTo>
                  <a:pt x="0" y="0"/>
                </a:moveTo>
                <a:lnTo>
                  <a:pt x="0" y="73365"/>
                </a:lnTo>
                <a:cubicBezTo>
                  <a:pt x="0" y="73365"/>
                  <a:pt x="8657" y="72045"/>
                  <a:pt x="17216" y="50443"/>
                </a:cubicBezTo>
                <a:cubicBezTo>
                  <a:pt x="22619" y="36806"/>
                  <a:pt x="30868" y="34292"/>
                  <a:pt x="36217" y="34292"/>
                </a:cubicBezTo>
                <a:cubicBezTo>
                  <a:pt x="39341" y="34292"/>
                  <a:pt x="41476" y="35150"/>
                  <a:pt x="41476" y="35150"/>
                </a:cubicBezTo>
                <a:cubicBezTo>
                  <a:pt x="42656" y="35185"/>
                  <a:pt x="43808" y="35203"/>
                  <a:pt x="44933" y="35203"/>
                </a:cubicBezTo>
                <a:cubicBezTo>
                  <a:pt x="95701" y="35203"/>
                  <a:pt x="91707" y="0"/>
                  <a:pt x="917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310010" y="0"/>
            <a:ext cx="8833961" cy="5143483"/>
          </a:xfrm>
          <a:custGeom>
            <a:rect b="b" l="l" r="r" t="t"/>
            <a:pathLst>
              <a:path extrusionOk="0" h="166375" w="285750">
                <a:moveTo>
                  <a:pt x="0" y="0"/>
                </a:moveTo>
                <a:cubicBezTo>
                  <a:pt x="21646" y="41091"/>
                  <a:pt x="83049" y="64072"/>
                  <a:pt x="152303" y="92286"/>
                </a:cubicBezTo>
                <a:cubicBezTo>
                  <a:pt x="222493" y="120882"/>
                  <a:pt x="233532" y="166375"/>
                  <a:pt x="233532" y="166375"/>
                </a:cubicBezTo>
                <a:lnTo>
                  <a:pt x="285750" y="166375"/>
                </a:lnTo>
                <a:lnTo>
                  <a:pt x="285750" y="130414"/>
                </a:lnTo>
                <a:cubicBezTo>
                  <a:pt x="200292" y="88976"/>
                  <a:pt x="217553" y="25234"/>
                  <a:pt x="2287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720000" y="3811150"/>
            <a:ext cx="3852000" cy="7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719950" y="2670475"/>
            <a:ext cx="3852000" cy="113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2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 flipH="1">
            <a:off x="-390" y="1794698"/>
            <a:ext cx="9143665" cy="3349011"/>
          </a:xfrm>
          <a:custGeom>
            <a:rect b="b" l="l" r="r" t="t"/>
            <a:pathLst>
              <a:path extrusionOk="0" h="132516" w="285316">
                <a:moveTo>
                  <a:pt x="17" y="0"/>
                </a:moveTo>
                <a:lnTo>
                  <a:pt x="0" y="132515"/>
                </a:lnTo>
                <a:lnTo>
                  <a:pt x="285299" y="132515"/>
                </a:lnTo>
                <a:cubicBezTo>
                  <a:pt x="285299" y="132515"/>
                  <a:pt x="285316" y="60051"/>
                  <a:pt x="285299" y="59967"/>
                </a:cubicBezTo>
                <a:cubicBezTo>
                  <a:pt x="274828" y="44157"/>
                  <a:pt x="257486" y="26827"/>
                  <a:pt x="228589" y="26827"/>
                </a:cubicBezTo>
                <a:cubicBezTo>
                  <a:pt x="227191" y="26827"/>
                  <a:pt x="225765" y="26868"/>
                  <a:pt x="224313" y="26951"/>
                </a:cubicBezTo>
                <a:cubicBezTo>
                  <a:pt x="216176" y="27469"/>
                  <a:pt x="208206" y="29357"/>
                  <a:pt x="200720" y="32582"/>
                </a:cubicBezTo>
                <a:cubicBezTo>
                  <a:pt x="194457" y="35244"/>
                  <a:pt x="183524" y="38962"/>
                  <a:pt x="171313" y="38962"/>
                </a:cubicBezTo>
                <a:cubicBezTo>
                  <a:pt x="157395" y="38962"/>
                  <a:pt x="141819" y="34133"/>
                  <a:pt x="129608" y="17410"/>
                </a:cubicBezTo>
                <a:cubicBezTo>
                  <a:pt x="127336" y="14236"/>
                  <a:pt x="124295" y="11679"/>
                  <a:pt x="120770" y="9958"/>
                </a:cubicBezTo>
                <a:cubicBezTo>
                  <a:pt x="117232" y="8277"/>
                  <a:pt x="112356" y="6798"/>
                  <a:pt x="106138" y="6798"/>
                </a:cubicBezTo>
                <a:cubicBezTo>
                  <a:pt x="98638" y="6798"/>
                  <a:pt x="89187" y="8949"/>
                  <a:pt x="77778" y="15489"/>
                </a:cubicBezTo>
                <a:cubicBezTo>
                  <a:pt x="70549" y="19635"/>
                  <a:pt x="62804" y="21260"/>
                  <a:pt x="55106" y="21260"/>
                </a:cubicBezTo>
                <a:cubicBezTo>
                  <a:pt x="27255" y="21260"/>
                  <a:pt x="17" y="0"/>
                  <a:pt x="1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4215725" y="3311025"/>
            <a:ext cx="3852000" cy="7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4215725" y="2172825"/>
            <a:ext cx="3852000" cy="113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3">
  <p:cSld name="CUSTOM_2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1271804" y="949075"/>
            <a:ext cx="6600392" cy="3245349"/>
          </a:xfrm>
          <a:custGeom>
            <a:rect b="b" l="l" r="r" t="t"/>
            <a:pathLst>
              <a:path extrusionOk="0" h="104985" w="235497">
                <a:moveTo>
                  <a:pt x="233990" y="20925"/>
                </a:moveTo>
                <a:cubicBezTo>
                  <a:pt x="233739" y="11244"/>
                  <a:pt x="226066" y="3404"/>
                  <a:pt x="216413" y="2958"/>
                </a:cubicBezTo>
                <a:cubicBezTo>
                  <a:pt x="205254" y="2511"/>
                  <a:pt x="189909" y="2009"/>
                  <a:pt x="174035" y="2009"/>
                </a:cubicBezTo>
                <a:cubicBezTo>
                  <a:pt x="154589" y="2009"/>
                  <a:pt x="135980" y="503"/>
                  <a:pt x="121891" y="279"/>
                </a:cubicBezTo>
                <a:cubicBezTo>
                  <a:pt x="103115" y="0"/>
                  <a:pt x="74379" y="0"/>
                  <a:pt x="50079" y="56"/>
                </a:cubicBezTo>
                <a:cubicBezTo>
                  <a:pt x="40566" y="84"/>
                  <a:pt x="31750" y="642"/>
                  <a:pt x="24496" y="1340"/>
                </a:cubicBezTo>
                <a:cubicBezTo>
                  <a:pt x="13364" y="2372"/>
                  <a:pt x="4632" y="11355"/>
                  <a:pt x="3878" y="22515"/>
                </a:cubicBezTo>
                <a:cubicBezTo>
                  <a:pt x="2930" y="36855"/>
                  <a:pt x="1591" y="56914"/>
                  <a:pt x="503" y="73319"/>
                </a:cubicBezTo>
                <a:cubicBezTo>
                  <a:pt x="0" y="80880"/>
                  <a:pt x="2595" y="88301"/>
                  <a:pt x="7701" y="93909"/>
                </a:cubicBezTo>
                <a:cubicBezTo>
                  <a:pt x="12806" y="99516"/>
                  <a:pt x="19976" y="102781"/>
                  <a:pt x="27565" y="102976"/>
                </a:cubicBezTo>
                <a:cubicBezTo>
                  <a:pt x="37106" y="103199"/>
                  <a:pt x="48182" y="103506"/>
                  <a:pt x="59370" y="103785"/>
                </a:cubicBezTo>
                <a:cubicBezTo>
                  <a:pt x="81270" y="104315"/>
                  <a:pt x="102446" y="104985"/>
                  <a:pt x="118878" y="104985"/>
                </a:cubicBezTo>
                <a:cubicBezTo>
                  <a:pt x="140249" y="104985"/>
                  <a:pt x="171412" y="104985"/>
                  <a:pt x="196214" y="102251"/>
                </a:cubicBezTo>
                <a:cubicBezTo>
                  <a:pt x="202715" y="101525"/>
                  <a:pt x="208685" y="101218"/>
                  <a:pt x="213930" y="101135"/>
                </a:cubicBezTo>
                <a:cubicBezTo>
                  <a:pt x="219733" y="101051"/>
                  <a:pt x="225257" y="98652"/>
                  <a:pt x="229275" y="94495"/>
                </a:cubicBezTo>
                <a:cubicBezTo>
                  <a:pt x="233292" y="90310"/>
                  <a:pt x="235496" y="84702"/>
                  <a:pt x="235357" y="78927"/>
                </a:cubicBezTo>
                <a:cubicBezTo>
                  <a:pt x="234938" y="61099"/>
                  <a:pt x="234352" y="36967"/>
                  <a:pt x="233990" y="209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2646000" y="2947625"/>
            <a:ext cx="3852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2646000" y="1809425"/>
            <a:ext cx="3852000" cy="113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5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7"/>
          <p:cNvSpPr/>
          <p:nvPr/>
        </p:nvSpPr>
        <p:spPr>
          <a:xfrm flipH="1">
            <a:off x="-502" y="2806624"/>
            <a:ext cx="1833602" cy="2344223"/>
          </a:xfrm>
          <a:custGeom>
            <a:rect b="b" l="l" r="r" t="t"/>
            <a:pathLst>
              <a:path extrusionOk="0" h="85665" w="60202">
                <a:moveTo>
                  <a:pt x="60202" y="0"/>
                </a:moveTo>
                <a:cubicBezTo>
                  <a:pt x="53652" y="5330"/>
                  <a:pt x="41004" y="18096"/>
                  <a:pt x="42825" y="35756"/>
                </a:cubicBezTo>
                <a:cubicBezTo>
                  <a:pt x="45248" y="59449"/>
                  <a:pt x="28004" y="61120"/>
                  <a:pt x="28004" y="61120"/>
                </a:cubicBezTo>
                <a:cubicBezTo>
                  <a:pt x="12800" y="68472"/>
                  <a:pt x="4362" y="77143"/>
                  <a:pt x="1" y="85665"/>
                </a:cubicBezTo>
                <a:lnTo>
                  <a:pt x="60202" y="85665"/>
                </a:lnTo>
                <a:lnTo>
                  <a:pt x="6020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 rot="5400000">
            <a:off x="6349100" y="369250"/>
            <a:ext cx="3164147" cy="2425663"/>
          </a:xfrm>
          <a:custGeom>
            <a:rect b="b" l="l" r="r" t="t"/>
            <a:pathLst>
              <a:path extrusionOk="0" h="73366" w="95702">
                <a:moveTo>
                  <a:pt x="0" y="0"/>
                </a:moveTo>
                <a:lnTo>
                  <a:pt x="0" y="73365"/>
                </a:lnTo>
                <a:cubicBezTo>
                  <a:pt x="0" y="73365"/>
                  <a:pt x="8657" y="72045"/>
                  <a:pt x="17216" y="50443"/>
                </a:cubicBezTo>
                <a:cubicBezTo>
                  <a:pt x="22619" y="36806"/>
                  <a:pt x="30868" y="34292"/>
                  <a:pt x="36217" y="34292"/>
                </a:cubicBezTo>
                <a:cubicBezTo>
                  <a:pt x="39341" y="34292"/>
                  <a:pt x="41476" y="35150"/>
                  <a:pt x="41476" y="35150"/>
                </a:cubicBezTo>
                <a:cubicBezTo>
                  <a:pt x="42656" y="35185"/>
                  <a:pt x="43808" y="35203"/>
                  <a:pt x="44933" y="35203"/>
                </a:cubicBezTo>
                <a:cubicBezTo>
                  <a:pt x="95701" y="35203"/>
                  <a:pt x="91707" y="0"/>
                  <a:pt x="917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CUSTOM_15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2976005" y="1449"/>
            <a:ext cx="6163375" cy="5143290"/>
          </a:xfrm>
          <a:custGeom>
            <a:rect b="b" l="l" r="r" t="t"/>
            <a:pathLst>
              <a:path extrusionOk="0" h="178664" w="214099">
                <a:moveTo>
                  <a:pt x="7091" y="0"/>
                </a:moveTo>
                <a:cubicBezTo>
                  <a:pt x="3294" y="9417"/>
                  <a:pt x="0" y="23319"/>
                  <a:pt x="6589" y="35137"/>
                </a:cubicBezTo>
                <a:cubicBezTo>
                  <a:pt x="17755" y="55144"/>
                  <a:pt x="42414" y="57935"/>
                  <a:pt x="39157" y="81664"/>
                </a:cubicBezTo>
                <a:cubicBezTo>
                  <a:pt x="35901" y="105393"/>
                  <a:pt x="29852" y="127726"/>
                  <a:pt x="39623" y="137031"/>
                </a:cubicBezTo>
                <a:cubicBezTo>
                  <a:pt x="49393" y="146337"/>
                  <a:pt x="68004" y="139357"/>
                  <a:pt x="76844" y="152385"/>
                </a:cubicBezTo>
                <a:cubicBezTo>
                  <a:pt x="81050" y="158582"/>
                  <a:pt x="83786" y="169228"/>
                  <a:pt x="85498" y="178663"/>
                </a:cubicBezTo>
                <a:lnTo>
                  <a:pt x="214099" y="178663"/>
                </a:lnTo>
                <a:lnTo>
                  <a:pt x="21409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type="title"/>
          </p:nvPr>
        </p:nvSpPr>
        <p:spPr>
          <a:xfrm>
            <a:off x="4572025" y="862775"/>
            <a:ext cx="3851700" cy="9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4572175" y="1263950"/>
            <a:ext cx="3851700" cy="22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3">
  <p:cSld name="MAIN_POINT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/>
          <p:nvPr/>
        </p:nvSpPr>
        <p:spPr>
          <a:xfrm rot="10800000">
            <a:off x="1621854" y="70"/>
            <a:ext cx="7522149" cy="5143357"/>
          </a:xfrm>
          <a:custGeom>
            <a:rect b="b" l="l" r="r" t="t"/>
            <a:pathLst>
              <a:path extrusionOk="0" h="177817" w="260057">
                <a:moveTo>
                  <a:pt x="0" y="0"/>
                </a:moveTo>
                <a:lnTo>
                  <a:pt x="0" y="177816"/>
                </a:lnTo>
                <a:lnTo>
                  <a:pt x="80205" y="177816"/>
                </a:lnTo>
                <a:cubicBezTo>
                  <a:pt x="73102" y="164368"/>
                  <a:pt x="62577" y="134625"/>
                  <a:pt x="96187" y="117459"/>
                </a:cubicBezTo>
                <a:cubicBezTo>
                  <a:pt x="140581" y="94799"/>
                  <a:pt x="146131" y="67053"/>
                  <a:pt x="146131" y="67053"/>
                </a:cubicBezTo>
                <a:cubicBezTo>
                  <a:pt x="146131" y="67053"/>
                  <a:pt x="151891" y="43043"/>
                  <a:pt x="180274" y="43043"/>
                </a:cubicBezTo>
                <a:cubicBezTo>
                  <a:pt x="185629" y="43043"/>
                  <a:pt x="191789" y="43898"/>
                  <a:pt x="198867" y="45929"/>
                </a:cubicBezTo>
                <a:cubicBezTo>
                  <a:pt x="203014" y="47120"/>
                  <a:pt x="206930" y="47659"/>
                  <a:pt x="210621" y="47659"/>
                </a:cubicBezTo>
                <a:cubicBezTo>
                  <a:pt x="240713" y="47659"/>
                  <a:pt x="255888" y="11781"/>
                  <a:pt x="2600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9"/>
          <p:cNvGrpSpPr/>
          <p:nvPr/>
        </p:nvGrpSpPr>
        <p:grpSpPr>
          <a:xfrm>
            <a:off x="650348" y="824935"/>
            <a:ext cx="7608653" cy="3360190"/>
            <a:chOff x="650348" y="824935"/>
            <a:chExt cx="7608653" cy="3360190"/>
          </a:xfrm>
        </p:grpSpPr>
        <p:sp>
          <p:nvSpPr>
            <p:cNvPr id="93" name="Google Shape;93;p19"/>
            <p:cNvSpPr/>
            <p:nvPr/>
          </p:nvSpPr>
          <p:spPr>
            <a:xfrm flipH="1" rot="-10585703">
              <a:off x="1009122" y="1045601"/>
              <a:ext cx="7170340" cy="2799171"/>
            </a:xfrm>
            <a:custGeom>
              <a:rect b="b" l="l" r="r" t="t"/>
              <a:pathLst>
                <a:path extrusionOk="0" h="92764" w="111254">
                  <a:moveTo>
                    <a:pt x="70876" y="1"/>
                  </a:moveTo>
                  <a:cubicBezTo>
                    <a:pt x="69659" y="1"/>
                    <a:pt x="68440" y="68"/>
                    <a:pt x="67227" y="203"/>
                  </a:cubicBezTo>
                  <a:cubicBezTo>
                    <a:pt x="63016" y="624"/>
                    <a:pt x="58919" y="1734"/>
                    <a:pt x="55014" y="3304"/>
                  </a:cubicBezTo>
                  <a:cubicBezTo>
                    <a:pt x="54096" y="3649"/>
                    <a:pt x="53215" y="4031"/>
                    <a:pt x="52335" y="4414"/>
                  </a:cubicBezTo>
                  <a:cubicBezTo>
                    <a:pt x="51760" y="4644"/>
                    <a:pt x="51224" y="4912"/>
                    <a:pt x="50650" y="5180"/>
                  </a:cubicBezTo>
                  <a:cubicBezTo>
                    <a:pt x="49999" y="5486"/>
                    <a:pt x="49349" y="5869"/>
                    <a:pt x="48659" y="6175"/>
                  </a:cubicBezTo>
                  <a:cubicBezTo>
                    <a:pt x="48085" y="6443"/>
                    <a:pt x="47549" y="6750"/>
                    <a:pt x="47013" y="7018"/>
                  </a:cubicBezTo>
                  <a:cubicBezTo>
                    <a:pt x="45941" y="7554"/>
                    <a:pt x="44908" y="8166"/>
                    <a:pt x="43874" y="8702"/>
                  </a:cubicBezTo>
                  <a:cubicBezTo>
                    <a:pt x="43606" y="8855"/>
                    <a:pt x="43300" y="9008"/>
                    <a:pt x="42993" y="9161"/>
                  </a:cubicBezTo>
                  <a:cubicBezTo>
                    <a:pt x="42802" y="9315"/>
                    <a:pt x="42572" y="9429"/>
                    <a:pt x="42343" y="9544"/>
                  </a:cubicBezTo>
                  <a:cubicBezTo>
                    <a:pt x="42151" y="9659"/>
                    <a:pt x="41921" y="9774"/>
                    <a:pt x="41692" y="9889"/>
                  </a:cubicBezTo>
                  <a:cubicBezTo>
                    <a:pt x="40696" y="10425"/>
                    <a:pt x="39739" y="10961"/>
                    <a:pt x="38744" y="11497"/>
                  </a:cubicBezTo>
                  <a:cubicBezTo>
                    <a:pt x="38284" y="11726"/>
                    <a:pt x="37863" y="11994"/>
                    <a:pt x="37404" y="12224"/>
                  </a:cubicBezTo>
                  <a:cubicBezTo>
                    <a:pt x="37213" y="12339"/>
                    <a:pt x="36983" y="12454"/>
                    <a:pt x="36753" y="12569"/>
                  </a:cubicBezTo>
                  <a:cubicBezTo>
                    <a:pt x="36485" y="12722"/>
                    <a:pt x="36179" y="12875"/>
                    <a:pt x="35911" y="13028"/>
                  </a:cubicBezTo>
                  <a:cubicBezTo>
                    <a:pt x="33690" y="14253"/>
                    <a:pt x="31470" y="15478"/>
                    <a:pt x="29288" y="16742"/>
                  </a:cubicBezTo>
                  <a:cubicBezTo>
                    <a:pt x="29173" y="16818"/>
                    <a:pt x="28943" y="16933"/>
                    <a:pt x="28828" y="17010"/>
                  </a:cubicBezTo>
                  <a:cubicBezTo>
                    <a:pt x="28254" y="17354"/>
                    <a:pt x="27718" y="17699"/>
                    <a:pt x="27144" y="18005"/>
                  </a:cubicBezTo>
                  <a:cubicBezTo>
                    <a:pt x="27029" y="18082"/>
                    <a:pt x="26799" y="18235"/>
                    <a:pt x="26685" y="18311"/>
                  </a:cubicBezTo>
                  <a:cubicBezTo>
                    <a:pt x="26340" y="18541"/>
                    <a:pt x="25995" y="18732"/>
                    <a:pt x="25651" y="18924"/>
                  </a:cubicBezTo>
                  <a:cubicBezTo>
                    <a:pt x="25230" y="19230"/>
                    <a:pt x="24809" y="19498"/>
                    <a:pt x="24349" y="19766"/>
                  </a:cubicBezTo>
                  <a:cubicBezTo>
                    <a:pt x="23698" y="20187"/>
                    <a:pt x="23048" y="20685"/>
                    <a:pt x="22358" y="21144"/>
                  </a:cubicBezTo>
                  <a:cubicBezTo>
                    <a:pt x="21363" y="21833"/>
                    <a:pt x="20406" y="22599"/>
                    <a:pt x="19411" y="23326"/>
                  </a:cubicBezTo>
                  <a:cubicBezTo>
                    <a:pt x="17764" y="24590"/>
                    <a:pt x="16156" y="25968"/>
                    <a:pt x="14625" y="27385"/>
                  </a:cubicBezTo>
                  <a:cubicBezTo>
                    <a:pt x="12673" y="29375"/>
                    <a:pt x="10797" y="31443"/>
                    <a:pt x="8959" y="33587"/>
                  </a:cubicBezTo>
                  <a:cubicBezTo>
                    <a:pt x="7198" y="35922"/>
                    <a:pt x="5590" y="38372"/>
                    <a:pt x="4250" y="40975"/>
                  </a:cubicBezTo>
                  <a:cubicBezTo>
                    <a:pt x="1877" y="45799"/>
                    <a:pt x="307" y="51044"/>
                    <a:pt x="116" y="56442"/>
                  </a:cubicBezTo>
                  <a:cubicBezTo>
                    <a:pt x="1" y="60921"/>
                    <a:pt x="996" y="65400"/>
                    <a:pt x="3102" y="69344"/>
                  </a:cubicBezTo>
                  <a:cubicBezTo>
                    <a:pt x="4174" y="71373"/>
                    <a:pt x="5437" y="73325"/>
                    <a:pt x="6968" y="75048"/>
                  </a:cubicBezTo>
                  <a:cubicBezTo>
                    <a:pt x="10337" y="79068"/>
                    <a:pt x="14931" y="81939"/>
                    <a:pt x="19832" y="83815"/>
                  </a:cubicBezTo>
                  <a:cubicBezTo>
                    <a:pt x="24426" y="85576"/>
                    <a:pt x="29326" y="86380"/>
                    <a:pt x="34226" y="86954"/>
                  </a:cubicBezTo>
                  <a:cubicBezTo>
                    <a:pt x="42649" y="87835"/>
                    <a:pt x="51186" y="87873"/>
                    <a:pt x="59609" y="89328"/>
                  </a:cubicBezTo>
                  <a:cubicBezTo>
                    <a:pt x="65083" y="90170"/>
                    <a:pt x="70481" y="91663"/>
                    <a:pt x="75994" y="92390"/>
                  </a:cubicBezTo>
                  <a:cubicBezTo>
                    <a:pt x="77709" y="92635"/>
                    <a:pt x="79443" y="92764"/>
                    <a:pt x="81172" y="92764"/>
                  </a:cubicBezTo>
                  <a:cubicBezTo>
                    <a:pt x="83767" y="92764"/>
                    <a:pt x="86354" y="92475"/>
                    <a:pt x="88857" y="91854"/>
                  </a:cubicBezTo>
                  <a:cubicBezTo>
                    <a:pt x="93107" y="90859"/>
                    <a:pt x="97050" y="88677"/>
                    <a:pt x="100228" y="85729"/>
                  </a:cubicBezTo>
                  <a:cubicBezTo>
                    <a:pt x="102065" y="83815"/>
                    <a:pt x="103826" y="81862"/>
                    <a:pt x="105472" y="79795"/>
                  </a:cubicBezTo>
                  <a:cubicBezTo>
                    <a:pt x="105664" y="79182"/>
                    <a:pt x="106315" y="78800"/>
                    <a:pt x="106506" y="78187"/>
                  </a:cubicBezTo>
                  <a:cubicBezTo>
                    <a:pt x="106736" y="77843"/>
                    <a:pt x="107004" y="77536"/>
                    <a:pt x="107157" y="77153"/>
                  </a:cubicBezTo>
                  <a:cubicBezTo>
                    <a:pt x="107578" y="76349"/>
                    <a:pt x="108038" y="75545"/>
                    <a:pt x="108382" y="74703"/>
                  </a:cubicBezTo>
                  <a:cubicBezTo>
                    <a:pt x="108612" y="74129"/>
                    <a:pt x="108880" y="73555"/>
                    <a:pt x="109148" y="72980"/>
                  </a:cubicBezTo>
                  <a:lnTo>
                    <a:pt x="108995" y="72789"/>
                  </a:lnTo>
                  <a:cubicBezTo>
                    <a:pt x="109109" y="72713"/>
                    <a:pt x="109301" y="72598"/>
                    <a:pt x="109377" y="72521"/>
                  </a:cubicBezTo>
                  <a:lnTo>
                    <a:pt x="109148" y="72291"/>
                  </a:lnTo>
                  <a:cubicBezTo>
                    <a:pt x="109224" y="72215"/>
                    <a:pt x="109377" y="72100"/>
                    <a:pt x="109416" y="72023"/>
                  </a:cubicBezTo>
                  <a:cubicBezTo>
                    <a:pt x="110832" y="66970"/>
                    <a:pt x="111062" y="61687"/>
                    <a:pt x="111138" y="56442"/>
                  </a:cubicBezTo>
                  <a:cubicBezTo>
                    <a:pt x="111062" y="54413"/>
                    <a:pt x="111253" y="52384"/>
                    <a:pt x="110947" y="50355"/>
                  </a:cubicBezTo>
                  <a:cubicBezTo>
                    <a:pt x="110794" y="47598"/>
                    <a:pt x="110373" y="44804"/>
                    <a:pt x="109875" y="42086"/>
                  </a:cubicBezTo>
                  <a:cubicBezTo>
                    <a:pt x="109033" y="37798"/>
                    <a:pt x="108038" y="33548"/>
                    <a:pt x="106430" y="29528"/>
                  </a:cubicBezTo>
                  <a:lnTo>
                    <a:pt x="106544" y="29337"/>
                  </a:lnTo>
                  <a:cubicBezTo>
                    <a:pt x="106430" y="29260"/>
                    <a:pt x="106276" y="29146"/>
                    <a:pt x="106162" y="29069"/>
                  </a:cubicBezTo>
                  <a:lnTo>
                    <a:pt x="106315" y="28839"/>
                  </a:lnTo>
                  <a:cubicBezTo>
                    <a:pt x="106276" y="28763"/>
                    <a:pt x="106123" y="28648"/>
                    <a:pt x="106085" y="28610"/>
                  </a:cubicBezTo>
                  <a:cubicBezTo>
                    <a:pt x="105855" y="27959"/>
                    <a:pt x="105549" y="27346"/>
                    <a:pt x="105281" y="26695"/>
                  </a:cubicBezTo>
                  <a:cubicBezTo>
                    <a:pt x="105051" y="26198"/>
                    <a:pt x="104822" y="25700"/>
                    <a:pt x="104592" y="25241"/>
                  </a:cubicBezTo>
                  <a:cubicBezTo>
                    <a:pt x="104401" y="24820"/>
                    <a:pt x="104209" y="24437"/>
                    <a:pt x="104018" y="24054"/>
                  </a:cubicBezTo>
                  <a:cubicBezTo>
                    <a:pt x="103865" y="23671"/>
                    <a:pt x="103673" y="23288"/>
                    <a:pt x="103482" y="22905"/>
                  </a:cubicBezTo>
                  <a:cubicBezTo>
                    <a:pt x="103290" y="22523"/>
                    <a:pt x="103099" y="22140"/>
                    <a:pt x="102907" y="21757"/>
                  </a:cubicBezTo>
                  <a:cubicBezTo>
                    <a:pt x="102754" y="21451"/>
                    <a:pt x="102601" y="21183"/>
                    <a:pt x="102448" y="20876"/>
                  </a:cubicBezTo>
                  <a:cubicBezTo>
                    <a:pt x="102333" y="20647"/>
                    <a:pt x="102218" y="20417"/>
                    <a:pt x="102104" y="20187"/>
                  </a:cubicBezTo>
                  <a:cubicBezTo>
                    <a:pt x="102027" y="20111"/>
                    <a:pt x="101874" y="19881"/>
                    <a:pt x="101797" y="19766"/>
                  </a:cubicBezTo>
                  <a:cubicBezTo>
                    <a:pt x="101338" y="18809"/>
                    <a:pt x="100649" y="18005"/>
                    <a:pt x="100074" y="17086"/>
                  </a:cubicBezTo>
                  <a:cubicBezTo>
                    <a:pt x="99615" y="16435"/>
                    <a:pt x="99079" y="15785"/>
                    <a:pt x="98620" y="15095"/>
                  </a:cubicBezTo>
                  <a:cubicBezTo>
                    <a:pt x="98313" y="14751"/>
                    <a:pt x="97969" y="14368"/>
                    <a:pt x="97739" y="13947"/>
                  </a:cubicBezTo>
                  <a:cubicBezTo>
                    <a:pt x="96935" y="13143"/>
                    <a:pt x="96323" y="12224"/>
                    <a:pt x="95480" y="11459"/>
                  </a:cubicBezTo>
                  <a:cubicBezTo>
                    <a:pt x="93451" y="9544"/>
                    <a:pt x="91422" y="7592"/>
                    <a:pt x="89202" y="5869"/>
                  </a:cubicBezTo>
                  <a:cubicBezTo>
                    <a:pt x="88283" y="5371"/>
                    <a:pt x="87479" y="4644"/>
                    <a:pt x="86522" y="4185"/>
                  </a:cubicBezTo>
                  <a:cubicBezTo>
                    <a:pt x="86331" y="4070"/>
                    <a:pt x="86101" y="3955"/>
                    <a:pt x="85909" y="3802"/>
                  </a:cubicBezTo>
                  <a:cubicBezTo>
                    <a:pt x="85527" y="3649"/>
                    <a:pt x="85144" y="3457"/>
                    <a:pt x="84799" y="3266"/>
                  </a:cubicBezTo>
                  <a:cubicBezTo>
                    <a:pt x="83919" y="2768"/>
                    <a:pt x="83000" y="2385"/>
                    <a:pt x="82043" y="2041"/>
                  </a:cubicBezTo>
                  <a:cubicBezTo>
                    <a:pt x="81622" y="1849"/>
                    <a:pt x="81201" y="1696"/>
                    <a:pt x="80779" y="1620"/>
                  </a:cubicBezTo>
                  <a:cubicBezTo>
                    <a:pt x="80741" y="1581"/>
                    <a:pt x="80626" y="1505"/>
                    <a:pt x="80550" y="1466"/>
                  </a:cubicBezTo>
                  <a:cubicBezTo>
                    <a:pt x="77423" y="489"/>
                    <a:pt x="74154" y="1"/>
                    <a:pt x="70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9"/>
            <p:cNvSpPr/>
            <p:nvPr/>
          </p:nvSpPr>
          <p:spPr>
            <a:xfrm rot="-10585703">
              <a:off x="727220" y="1261834"/>
              <a:ext cx="7170340" cy="2702552"/>
            </a:xfrm>
            <a:custGeom>
              <a:rect b="b" l="l" r="r" t="t"/>
              <a:pathLst>
                <a:path extrusionOk="0" h="92764" w="111254">
                  <a:moveTo>
                    <a:pt x="70876" y="1"/>
                  </a:moveTo>
                  <a:cubicBezTo>
                    <a:pt x="69659" y="1"/>
                    <a:pt x="68440" y="68"/>
                    <a:pt x="67227" y="203"/>
                  </a:cubicBezTo>
                  <a:cubicBezTo>
                    <a:pt x="63016" y="624"/>
                    <a:pt x="58919" y="1734"/>
                    <a:pt x="55014" y="3304"/>
                  </a:cubicBezTo>
                  <a:cubicBezTo>
                    <a:pt x="54096" y="3649"/>
                    <a:pt x="53215" y="4031"/>
                    <a:pt x="52335" y="4414"/>
                  </a:cubicBezTo>
                  <a:cubicBezTo>
                    <a:pt x="51760" y="4644"/>
                    <a:pt x="51224" y="4912"/>
                    <a:pt x="50650" y="5180"/>
                  </a:cubicBezTo>
                  <a:cubicBezTo>
                    <a:pt x="49999" y="5486"/>
                    <a:pt x="49349" y="5869"/>
                    <a:pt x="48659" y="6175"/>
                  </a:cubicBezTo>
                  <a:cubicBezTo>
                    <a:pt x="48085" y="6443"/>
                    <a:pt x="47549" y="6750"/>
                    <a:pt x="47013" y="7018"/>
                  </a:cubicBezTo>
                  <a:cubicBezTo>
                    <a:pt x="45941" y="7554"/>
                    <a:pt x="44908" y="8166"/>
                    <a:pt x="43874" y="8702"/>
                  </a:cubicBezTo>
                  <a:cubicBezTo>
                    <a:pt x="43606" y="8855"/>
                    <a:pt x="43300" y="9008"/>
                    <a:pt x="42993" y="9161"/>
                  </a:cubicBezTo>
                  <a:cubicBezTo>
                    <a:pt x="42802" y="9315"/>
                    <a:pt x="42572" y="9429"/>
                    <a:pt x="42343" y="9544"/>
                  </a:cubicBezTo>
                  <a:cubicBezTo>
                    <a:pt x="42151" y="9659"/>
                    <a:pt x="41921" y="9774"/>
                    <a:pt x="41692" y="9889"/>
                  </a:cubicBezTo>
                  <a:cubicBezTo>
                    <a:pt x="40696" y="10425"/>
                    <a:pt x="39739" y="10961"/>
                    <a:pt x="38744" y="11497"/>
                  </a:cubicBezTo>
                  <a:cubicBezTo>
                    <a:pt x="38284" y="11726"/>
                    <a:pt x="37863" y="11994"/>
                    <a:pt x="37404" y="12224"/>
                  </a:cubicBezTo>
                  <a:cubicBezTo>
                    <a:pt x="37213" y="12339"/>
                    <a:pt x="36983" y="12454"/>
                    <a:pt x="36753" y="12569"/>
                  </a:cubicBezTo>
                  <a:cubicBezTo>
                    <a:pt x="36485" y="12722"/>
                    <a:pt x="36179" y="12875"/>
                    <a:pt x="35911" y="13028"/>
                  </a:cubicBezTo>
                  <a:cubicBezTo>
                    <a:pt x="33690" y="14253"/>
                    <a:pt x="31470" y="15478"/>
                    <a:pt x="29288" y="16742"/>
                  </a:cubicBezTo>
                  <a:cubicBezTo>
                    <a:pt x="29173" y="16818"/>
                    <a:pt x="28943" y="16933"/>
                    <a:pt x="28828" y="17010"/>
                  </a:cubicBezTo>
                  <a:cubicBezTo>
                    <a:pt x="28254" y="17354"/>
                    <a:pt x="27718" y="17699"/>
                    <a:pt x="27144" y="18005"/>
                  </a:cubicBezTo>
                  <a:cubicBezTo>
                    <a:pt x="27029" y="18082"/>
                    <a:pt x="26799" y="18235"/>
                    <a:pt x="26685" y="18311"/>
                  </a:cubicBezTo>
                  <a:cubicBezTo>
                    <a:pt x="26340" y="18541"/>
                    <a:pt x="25995" y="18732"/>
                    <a:pt x="25651" y="18924"/>
                  </a:cubicBezTo>
                  <a:cubicBezTo>
                    <a:pt x="25230" y="19230"/>
                    <a:pt x="24809" y="19498"/>
                    <a:pt x="24349" y="19766"/>
                  </a:cubicBezTo>
                  <a:cubicBezTo>
                    <a:pt x="23698" y="20187"/>
                    <a:pt x="23048" y="20685"/>
                    <a:pt x="22358" y="21144"/>
                  </a:cubicBezTo>
                  <a:cubicBezTo>
                    <a:pt x="21363" y="21833"/>
                    <a:pt x="20406" y="22599"/>
                    <a:pt x="19411" y="23326"/>
                  </a:cubicBezTo>
                  <a:cubicBezTo>
                    <a:pt x="17764" y="24590"/>
                    <a:pt x="16156" y="25968"/>
                    <a:pt x="14625" y="27385"/>
                  </a:cubicBezTo>
                  <a:cubicBezTo>
                    <a:pt x="12673" y="29375"/>
                    <a:pt x="10797" y="31443"/>
                    <a:pt x="8959" y="33587"/>
                  </a:cubicBezTo>
                  <a:cubicBezTo>
                    <a:pt x="7198" y="35922"/>
                    <a:pt x="5590" y="38372"/>
                    <a:pt x="4250" y="40975"/>
                  </a:cubicBezTo>
                  <a:cubicBezTo>
                    <a:pt x="1877" y="45799"/>
                    <a:pt x="307" y="51044"/>
                    <a:pt x="116" y="56442"/>
                  </a:cubicBezTo>
                  <a:cubicBezTo>
                    <a:pt x="1" y="60921"/>
                    <a:pt x="996" y="65400"/>
                    <a:pt x="3102" y="69344"/>
                  </a:cubicBezTo>
                  <a:cubicBezTo>
                    <a:pt x="4174" y="71373"/>
                    <a:pt x="5437" y="73325"/>
                    <a:pt x="6968" y="75048"/>
                  </a:cubicBezTo>
                  <a:cubicBezTo>
                    <a:pt x="10337" y="79068"/>
                    <a:pt x="14931" y="81939"/>
                    <a:pt x="19832" y="83815"/>
                  </a:cubicBezTo>
                  <a:cubicBezTo>
                    <a:pt x="24426" y="85576"/>
                    <a:pt x="29326" y="86380"/>
                    <a:pt x="34226" y="86954"/>
                  </a:cubicBezTo>
                  <a:cubicBezTo>
                    <a:pt x="42649" y="87835"/>
                    <a:pt x="51186" y="87873"/>
                    <a:pt x="59609" y="89328"/>
                  </a:cubicBezTo>
                  <a:cubicBezTo>
                    <a:pt x="65083" y="90170"/>
                    <a:pt x="70481" y="91663"/>
                    <a:pt x="75994" y="92390"/>
                  </a:cubicBezTo>
                  <a:cubicBezTo>
                    <a:pt x="77709" y="92635"/>
                    <a:pt x="79443" y="92764"/>
                    <a:pt x="81172" y="92764"/>
                  </a:cubicBezTo>
                  <a:cubicBezTo>
                    <a:pt x="83767" y="92764"/>
                    <a:pt x="86354" y="92475"/>
                    <a:pt x="88857" y="91854"/>
                  </a:cubicBezTo>
                  <a:cubicBezTo>
                    <a:pt x="93107" y="90859"/>
                    <a:pt x="97050" y="88677"/>
                    <a:pt x="100228" y="85729"/>
                  </a:cubicBezTo>
                  <a:cubicBezTo>
                    <a:pt x="102065" y="83815"/>
                    <a:pt x="103826" y="81862"/>
                    <a:pt x="105472" y="79795"/>
                  </a:cubicBezTo>
                  <a:cubicBezTo>
                    <a:pt x="105664" y="79182"/>
                    <a:pt x="106315" y="78800"/>
                    <a:pt x="106506" y="78187"/>
                  </a:cubicBezTo>
                  <a:cubicBezTo>
                    <a:pt x="106736" y="77843"/>
                    <a:pt x="107004" y="77536"/>
                    <a:pt x="107157" y="77153"/>
                  </a:cubicBezTo>
                  <a:cubicBezTo>
                    <a:pt x="107578" y="76349"/>
                    <a:pt x="108038" y="75545"/>
                    <a:pt x="108382" y="74703"/>
                  </a:cubicBezTo>
                  <a:cubicBezTo>
                    <a:pt x="108612" y="74129"/>
                    <a:pt x="108880" y="73555"/>
                    <a:pt x="109148" y="72980"/>
                  </a:cubicBezTo>
                  <a:lnTo>
                    <a:pt x="108995" y="72789"/>
                  </a:lnTo>
                  <a:cubicBezTo>
                    <a:pt x="109109" y="72713"/>
                    <a:pt x="109301" y="72598"/>
                    <a:pt x="109377" y="72521"/>
                  </a:cubicBezTo>
                  <a:lnTo>
                    <a:pt x="109148" y="72291"/>
                  </a:lnTo>
                  <a:cubicBezTo>
                    <a:pt x="109224" y="72215"/>
                    <a:pt x="109377" y="72100"/>
                    <a:pt x="109416" y="72023"/>
                  </a:cubicBezTo>
                  <a:cubicBezTo>
                    <a:pt x="110832" y="66970"/>
                    <a:pt x="111062" y="61687"/>
                    <a:pt x="111138" y="56442"/>
                  </a:cubicBezTo>
                  <a:cubicBezTo>
                    <a:pt x="111062" y="54413"/>
                    <a:pt x="111253" y="52384"/>
                    <a:pt x="110947" y="50355"/>
                  </a:cubicBezTo>
                  <a:cubicBezTo>
                    <a:pt x="110794" y="47598"/>
                    <a:pt x="110373" y="44804"/>
                    <a:pt x="109875" y="42086"/>
                  </a:cubicBezTo>
                  <a:cubicBezTo>
                    <a:pt x="109033" y="37798"/>
                    <a:pt x="108038" y="33548"/>
                    <a:pt x="106430" y="29528"/>
                  </a:cubicBezTo>
                  <a:lnTo>
                    <a:pt x="106544" y="29337"/>
                  </a:lnTo>
                  <a:cubicBezTo>
                    <a:pt x="106430" y="29260"/>
                    <a:pt x="106276" y="29146"/>
                    <a:pt x="106162" y="29069"/>
                  </a:cubicBezTo>
                  <a:lnTo>
                    <a:pt x="106315" y="28839"/>
                  </a:lnTo>
                  <a:cubicBezTo>
                    <a:pt x="106276" y="28763"/>
                    <a:pt x="106123" y="28648"/>
                    <a:pt x="106085" y="28610"/>
                  </a:cubicBezTo>
                  <a:cubicBezTo>
                    <a:pt x="105855" y="27959"/>
                    <a:pt x="105549" y="27346"/>
                    <a:pt x="105281" y="26695"/>
                  </a:cubicBezTo>
                  <a:cubicBezTo>
                    <a:pt x="105051" y="26198"/>
                    <a:pt x="104822" y="25700"/>
                    <a:pt x="104592" y="25241"/>
                  </a:cubicBezTo>
                  <a:cubicBezTo>
                    <a:pt x="104401" y="24820"/>
                    <a:pt x="104209" y="24437"/>
                    <a:pt x="104018" y="24054"/>
                  </a:cubicBezTo>
                  <a:cubicBezTo>
                    <a:pt x="103865" y="23671"/>
                    <a:pt x="103673" y="23288"/>
                    <a:pt x="103482" y="22905"/>
                  </a:cubicBezTo>
                  <a:cubicBezTo>
                    <a:pt x="103290" y="22523"/>
                    <a:pt x="103099" y="22140"/>
                    <a:pt x="102907" y="21757"/>
                  </a:cubicBezTo>
                  <a:cubicBezTo>
                    <a:pt x="102754" y="21451"/>
                    <a:pt x="102601" y="21183"/>
                    <a:pt x="102448" y="20876"/>
                  </a:cubicBezTo>
                  <a:cubicBezTo>
                    <a:pt x="102333" y="20647"/>
                    <a:pt x="102218" y="20417"/>
                    <a:pt x="102104" y="20187"/>
                  </a:cubicBezTo>
                  <a:cubicBezTo>
                    <a:pt x="102027" y="20111"/>
                    <a:pt x="101874" y="19881"/>
                    <a:pt x="101797" y="19766"/>
                  </a:cubicBezTo>
                  <a:cubicBezTo>
                    <a:pt x="101338" y="18809"/>
                    <a:pt x="100649" y="18005"/>
                    <a:pt x="100074" y="17086"/>
                  </a:cubicBezTo>
                  <a:cubicBezTo>
                    <a:pt x="99615" y="16435"/>
                    <a:pt x="99079" y="15785"/>
                    <a:pt x="98620" y="15095"/>
                  </a:cubicBezTo>
                  <a:cubicBezTo>
                    <a:pt x="98313" y="14751"/>
                    <a:pt x="97969" y="14368"/>
                    <a:pt x="97739" y="13947"/>
                  </a:cubicBezTo>
                  <a:cubicBezTo>
                    <a:pt x="96935" y="13143"/>
                    <a:pt x="96323" y="12224"/>
                    <a:pt x="95480" y="11459"/>
                  </a:cubicBezTo>
                  <a:cubicBezTo>
                    <a:pt x="93451" y="9544"/>
                    <a:pt x="91422" y="7592"/>
                    <a:pt x="89202" y="5869"/>
                  </a:cubicBezTo>
                  <a:cubicBezTo>
                    <a:pt x="88283" y="5371"/>
                    <a:pt x="87479" y="4644"/>
                    <a:pt x="86522" y="4185"/>
                  </a:cubicBezTo>
                  <a:cubicBezTo>
                    <a:pt x="86331" y="4070"/>
                    <a:pt x="86101" y="3955"/>
                    <a:pt x="85909" y="3802"/>
                  </a:cubicBezTo>
                  <a:cubicBezTo>
                    <a:pt x="85527" y="3649"/>
                    <a:pt x="85144" y="3457"/>
                    <a:pt x="84799" y="3266"/>
                  </a:cubicBezTo>
                  <a:cubicBezTo>
                    <a:pt x="83919" y="2768"/>
                    <a:pt x="83000" y="2385"/>
                    <a:pt x="82043" y="2041"/>
                  </a:cubicBezTo>
                  <a:cubicBezTo>
                    <a:pt x="81622" y="1849"/>
                    <a:pt x="81201" y="1696"/>
                    <a:pt x="80779" y="1620"/>
                  </a:cubicBezTo>
                  <a:cubicBezTo>
                    <a:pt x="80741" y="1581"/>
                    <a:pt x="80626" y="1505"/>
                    <a:pt x="80550" y="1466"/>
                  </a:cubicBezTo>
                  <a:cubicBezTo>
                    <a:pt x="77423" y="489"/>
                    <a:pt x="74154" y="1"/>
                    <a:pt x="70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9"/>
            <p:cNvSpPr/>
            <p:nvPr/>
          </p:nvSpPr>
          <p:spPr>
            <a:xfrm flipH="1" rot="10800000">
              <a:off x="3371802" y="3181037"/>
              <a:ext cx="2574000" cy="72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9"/>
          <p:cNvSpPr txBox="1"/>
          <p:nvPr>
            <p:ph type="ctrTitle"/>
          </p:nvPr>
        </p:nvSpPr>
        <p:spPr>
          <a:xfrm>
            <a:off x="1392900" y="1686300"/>
            <a:ext cx="6358200" cy="177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/>
          <p:nvPr/>
        </p:nvSpPr>
        <p:spPr>
          <a:xfrm flipH="1" rot="10800000">
            <a:off x="0" y="2677560"/>
            <a:ext cx="7745397" cy="2465940"/>
          </a:xfrm>
          <a:custGeom>
            <a:rect b="b" l="l" r="r" t="t"/>
            <a:pathLst>
              <a:path extrusionOk="0" h="166843" w="288174">
                <a:moveTo>
                  <a:pt x="0" y="0"/>
                </a:moveTo>
                <a:lnTo>
                  <a:pt x="0" y="166843"/>
                </a:lnTo>
                <a:cubicBezTo>
                  <a:pt x="14167" y="158901"/>
                  <a:pt x="36550" y="149220"/>
                  <a:pt x="61456" y="149220"/>
                </a:cubicBezTo>
                <a:cubicBezTo>
                  <a:pt x="67691" y="149220"/>
                  <a:pt x="74084" y="149826"/>
                  <a:pt x="80545" y="151219"/>
                </a:cubicBezTo>
                <a:cubicBezTo>
                  <a:pt x="89042" y="153051"/>
                  <a:pt x="97540" y="153813"/>
                  <a:pt x="105794" y="153813"/>
                </a:cubicBezTo>
                <a:cubicBezTo>
                  <a:pt x="146345" y="153813"/>
                  <a:pt x="181030" y="135437"/>
                  <a:pt x="181030" y="135437"/>
                </a:cubicBezTo>
                <a:cubicBezTo>
                  <a:pt x="181030" y="135437"/>
                  <a:pt x="213283" y="110335"/>
                  <a:pt x="245793" y="108129"/>
                </a:cubicBezTo>
                <a:cubicBezTo>
                  <a:pt x="278302" y="105902"/>
                  <a:pt x="264274" y="69708"/>
                  <a:pt x="264274" y="69708"/>
                </a:cubicBezTo>
                <a:cubicBezTo>
                  <a:pt x="264274" y="69708"/>
                  <a:pt x="254166" y="37199"/>
                  <a:pt x="275603" y="26106"/>
                </a:cubicBezTo>
                <a:cubicBezTo>
                  <a:pt x="288173" y="19604"/>
                  <a:pt x="286400" y="8255"/>
                  <a:pt x="28281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type="title"/>
          </p:nvPr>
        </p:nvSpPr>
        <p:spPr>
          <a:xfrm>
            <a:off x="741500" y="3621025"/>
            <a:ext cx="5076000" cy="90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1"/>
          <p:cNvGrpSpPr/>
          <p:nvPr/>
        </p:nvGrpSpPr>
        <p:grpSpPr>
          <a:xfrm>
            <a:off x="-66811" y="-128376"/>
            <a:ext cx="9210898" cy="5609791"/>
            <a:chOff x="-66811" y="-128376"/>
            <a:chExt cx="9210898" cy="5609791"/>
          </a:xfrm>
        </p:grpSpPr>
        <p:sp>
          <p:nvSpPr>
            <p:cNvPr id="102" name="Google Shape;102;p21"/>
            <p:cNvSpPr/>
            <p:nvPr/>
          </p:nvSpPr>
          <p:spPr>
            <a:xfrm rot="-2218333">
              <a:off x="5130090" y="1042139"/>
              <a:ext cx="2940988" cy="3041208"/>
            </a:xfrm>
            <a:custGeom>
              <a:rect b="b" l="l" r="r" t="t"/>
              <a:pathLst>
                <a:path extrusionOk="0" h="145450" w="156773">
                  <a:moveTo>
                    <a:pt x="125624" y="0"/>
                  </a:moveTo>
                  <a:cubicBezTo>
                    <a:pt x="116880" y="0"/>
                    <a:pt x="107504" y="2838"/>
                    <a:pt x="98887" y="4543"/>
                  </a:cubicBezTo>
                  <a:cubicBezTo>
                    <a:pt x="72625" y="9749"/>
                    <a:pt x="53253" y="15683"/>
                    <a:pt x="36217" y="38692"/>
                  </a:cubicBezTo>
                  <a:cubicBezTo>
                    <a:pt x="20750" y="59633"/>
                    <a:pt x="13055" y="85206"/>
                    <a:pt x="5667" y="110167"/>
                  </a:cubicBezTo>
                  <a:cubicBezTo>
                    <a:pt x="2451" y="120963"/>
                    <a:pt x="1" y="134631"/>
                    <a:pt x="8653" y="141866"/>
                  </a:cubicBezTo>
                  <a:cubicBezTo>
                    <a:pt x="11699" y="144411"/>
                    <a:pt x="15215" y="145450"/>
                    <a:pt x="18928" y="145450"/>
                  </a:cubicBezTo>
                  <a:cubicBezTo>
                    <a:pt x="27112" y="145450"/>
                    <a:pt x="36251" y="140403"/>
                    <a:pt x="43414" y="135320"/>
                  </a:cubicBezTo>
                  <a:cubicBezTo>
                    <a:pt x="66308" y="119088"/>
                    <a:pt x="89202" y="102855"/>
                    <a:pt x="112095" y="86623"/>
                  </a:cubicBezTo>
                  <a:cubicBezTo>
                    <a:pt x="124461" y="77818"/>
                    <a:pt x="137133" y="68783"/>
                    <a:pt x="145441" y="56073"/>
                  </a:cubicBezTo>
                  <a:cubicBezTo>
                    <a:pt x="153710" y="43401"/>
                    <a:pt x="156773" y="26096"/>
                    <a:pt x="148963" y="13118"/>
                  </a:cubicBezTo>
                  <a:cubicBezTo>
                    <a:pt x="142830" y="2962"/>
                    <a:pt x="134557" y="0"/>
                    <a:pt x="1256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1"/>
            <p:cNvSpPr/>
            <p:nvPr/>
          </p:nvSpPr>
          <p:spPr>
            <a:xfrm flipH="1" rot="2218333">
              <a:off x="1006197" y="1042139"/>
              <a:ext cx="2940988" cy="3041208"/>
            </a:xfrm>
            <a:custGeom>
              <a:rect b="b" l="l" r="r" t="t"/>
              <a:pathLst>
                <a:path extrusionOk="0" h="145450" w="156773">
                  <a:moveTo>
                    <a:pt x="125624" y="0"/>
                  </a:moveTo>
                  <a:cubicBezTo>
                    <a:pt x="116880" y="0"/>
                    <a:pt x="107504" y="2838"/>
                    <a:pt x="98887" y="4543"/>
                  </a:cubicBezTo>
                  <a:cubicBezTo>
                    <a:pt x="72625" y="9749"/>
                    <a:pt x="53253" y="15683"/>
                    <a:pt x="36217" y="38692"/>
                  </a:cubicBezTo>
                  <a:cubicBezTo>
                    <a:pt x="20750" y="59633"/>
                    <a:pt x="13055" y="85206"/>
                    <a:pt x="5667" y="110167"/>
                  </a:cubicBezTo>
                  <a:cubicBezTo>
                    <a:pt x="2451" y="120963"/>
                    <a:pt x="1" y="134631"/>
                    <a:pt x="8653" y="141866"/>
                  </a:cubicBezTo>
                  <a:cubicBezTo>
                    <a:pt x="11699" y="144411"/>
                    <a:pt x="15215" y="145450"/>
                    <a:pt x="18928" y="145450"/>
                  </a:cubicBezTo>
                  <a:cubicBezTo>
                    <a:pt x="27112" y="145450"/>
                    <a:pt x="36251" y="140403"/>
                    <a:pt x="43414" y="135320"/>
                  </a:cubicBezTo>
                  <a:cubicBezTo>
                    <a:pt x="66308" y="119088"/>
                    <a:pt x="89202" y="102855"/>
                    <a:pt x="112095" y="86623"/>
                  </a:cubicBezTo>
                  <a:cubicBezTo>
                    <a:pt x="124461" y="77818"/>
                    <a:pt x="137133" y="68783"/>
                    <a:pt x="145441" y="56073"/>
                  </a:cubicBezTo>
                  <a:cubicBezTo>
                    <a:pt x="153710" y="43401"/>
                    <a:pt x="156773" y="26096"/>
                    <a:pt x="148963" y="13118"/>
                  </a:cubicBezTo>
                  <a:cubicBezTo>
                    <a:pt x="142830" y="2962"/>
                    <a:pt x="134557" y="0"/>
                    <a:pt x="1256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1"/>
            <p:cNvSpPr/>
            <p:nvPr/>
          </p:nvSpPr>
          <p:spPr>
            <a:xfrm rot="-9250106">
              <a:off x="2460949" y="55244"/>
              <a:ext cx="3696906" cy="3119907"/>
            </a:xfrm>
            <a:custGeom>
              <a:rect b="b" l="l" r="r" t="t"/>
              <a:pathLst>
                <a:path extrusionOk="0" h="145450" w="156773">
                  <a:moveTo>
                    <a:pt x="125624" y="0"/>
                  </a:moveTo>
                  <a:cubicBezTo>
                    <a:pt x="116880" y="0"/>
                    <a:pt x="107504" y="2838"/>
                    <a:pt x="98887" y="4543"/>
                  </a:cubicBezTo>
                  <a:cubicBezTo>
                    <a:pt x="72625" y="9749"/>
                    <a:pt x="53253" y="15683"/>
                    <a:pt x="36217" y="38692"/>
                  </a:cubicBezTo>
                  <a:cubicBezTo>
                    <a:pt x="20750" y="59633"/>
                    <a:pt x="13055" y="85206"/>
                    <a:pt x="5667" y="110167"/>
                  </a:cubicBezTo>
                  <a:cubicBezTo>
                    <a:pt x="2451" y="120963"/>
                    <a:pt x="1" y="134631"/>
                    <a:pt x="8653" y="141866"/>
                  </a:cubicBezTo>
                  <a:cubicBezTo>
                    <a:pt x="11699" y="144411"/>
                    <a:pt x="15215" y="145450"/>
                    <a:pt x="18928" y="145450"/>
                  </a:cubicBezTo>
                  <a:cubicBezTo>
                    <a:pt x="27112" y="145450"/>
                    <a:pt x="36251" y="140403"/>
                    <a:pt x="43414" y="135320"/>
                  </a:cubicBezTo>
                  <a:cubicBezTo>
                    <a:pt x="66308" y="119088"/>
                    <a:pt x="89202" y="102855"/>
                    <a:pt x="112095" y="86623"/>
                  </a:cubicBezTo>
                  <a:cubicBezTo>
                    <a:pt x="124461" y="77818"/>
                    <a:pt x="137133" y="68783"/>
                    <a:pt x="145441" y="56073"/>
                  </a:cubicBezTo>
                  <a:cubicBezTo>
                    <a:pt x="153710" y="43401"/>
                    <a:pt x="156773" y="26096"/>
                    <a:pt x="148963" y="13118"/>
                  </a:cubicBezTo>
                  <a:cubicBezTo>
                    <a:pt x="142830" y="2962"/>
                    <a:pt x="134557" y="0"/>
                    <a:pt x="1256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1"/>
            <p:cNvSpPr/>
            <p:nvPr/>
          </p:nvSpPr>
          <p:spPr>
            <a:xfrm flipH="1" rot="-1549445">
              <a:off x="2515191" y="2090253"/>
              <a:ext cx="3795076" cy="3203032"/>
            </a:xfrm>
            <a:custGeom>
              <a:rect b="b" l="l" r="r" t="t"/>
              <a:pathLst>
                <a:path extrusionOk="0" h="145450" w="156773">
                  <a:moveTo>
                    <a:pt x="125624" y="0"/>
                  </a:moveTo>
                  <a:cubicBezTo>
                    <a:pt x="116880" y="0"/>
                    <a:pt x="107504" y="2838"/>
                    <a:pt x="98887" y="4543"/>
                  </a:cubicBezTo>
                  <a:cubicBezTo>
                    <a:pt x="72625" y="9749"/>
                    <a:pt x="53253" y="15683"/>
                    <a:pt x="36217" y="38692"/>
                  </a:cubicBezTo>
                  <a:cubicBezTo>
                    <a:pt x="20750" y="59633"/>
                    <a:pt x="13055" y="85206"/>
                    <a:pt x="5667" y="110167"/>
                  </a:cubicBezTo>
                  <a:cubicBezTo>
                    <a:pt x="2451" y="120963"/>
                    <a:pt x="1" y="134631"/>
                    <a:pt x="8653" y="141866"/>
                  </a:cubicBezTo>
                  <a:cubicBezTo>
                    <a:pt x="11699" y="144411"/>
                    <a:pt x="15215" y="145450"/>
                    <a:pt x="18928" y="145450"/>
                  </a:cubicBezTo>
                  <a:cubicBezTo>
                    <a:pt x="27112" y="145450"/>
                    <a:pt x="36251" y="140403"/>
                    <a:pt x="43414" y="135320"/>
                  </a:cubicBezTo>
                  <a:cubicBezTo>
                    <a:pt x="66308" y="119088"/>
                    <a:pt x="89202" y="102855"/>
                    <a:pt x="112095" y="86623"/>
                  </a:cubicBezTo>
                  <a:cubicBezTo>
                    <a:pt x="124461" y="77818"/>
                    <a:pt x="137133" y="68783"/>
                    <a:pt x="145441" y="56073"/>
                  </a:cubicBezTo>
                  <a:cubicBezTo>
                    <a:pt x="153710" y="43401"/>
                    <a:pt x="156773" y="26096"/>
                    <a:pt x="148963" y="13118"/>
                  </a:cubicBezTo>
                  <a:cubicBezTo>
                    <a:pt x="142830" y="2962"/>
                    <a:pt x="134557" y="0"/>
                    <a:pt x="1256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1"/>
            <p:cNvSpPr/>
            <p:nvPr/>
          </p:nvSpPr>
          <p:spPr>
            <a:xfrm rot="5400000">
              <a:off x="3184199" y="552684"/>
              <a:ext cx="3032784" cy="4189686"/>
            </a:xfrm>
            <a:custGeom>
              <a:rect b="b" l="l" r="r" t="t"/>
              <a:pathLst>
                <a:path extrusionOk="0" h="92764" w="111254">
                  <a:moveTo>
                    <a:pt x="70876" y="1"/>
                  </a:moveTo>
                  <a:cubicBezTo>
                    <a:pt x="69659" y="1"/>
                    <a:pt x="68440" y="68"/>
                    <a:pt x="67227" y="203"/>
                  </a:cubicBezTo>
                  <a:cubicBezTo>
                    <a:pt x="63016" y="624"/>
                    <a:pt x="58919" y="1734"/>
                    <a:pt x="55014" y="3304"/>
                  </a:cubicBezTo>
                  <a:cubicBezTo>
                    <a:pt x="54096" y="3649"/>
                    <a:pt x="53215" y="4031"/>
                    <a:pt x="52335" y="4414"/>
                  </a:cubicBezTo>
                  <a:cubicBezTo>
                    <a:pt x="51760" y="4644"/>
                    <a:pt x="51224" y="4912"/>
                    <a:pt x="50650" y="5180"/>
                  </a:cubicBezTo>
                  <a:cubicBezTo>
                    <a:pt x="49999" y="5486"/>
                    <a:pt x="49349" y="5869"/>
                    <a:pt x="48659" y="6175"/>
                  </a:cubicBezTo>
                  <a:cubicBezTo>
                    <a:pt x="48085" y="6443"/>
                    <a:pt x="47549" y="6750"/>
                    <a:pt x="47013" y="7018"/>
                  </a:cubicBezTo>
                  <a:cubicBezTo>
                    <a:pt x="45941" y="7554"/>
                    <a:pt x="44908" y="8166"/>
                    <a:pt x="43874" y="8702"/>
                  </a:cubicBezTo>
                  <a:cubicBezTo>
                    <a:pt x="43606" y="8855"/>
                    <a:pt x="43300" y="9008"/>
                    <a:pt x="42993" y="9161"/>
                  </a:cubicBezTo>
                  <a:cubicBezTo>
                    <a:pt x="42802" y="9315"/>
                    <a:pt x="42572" y="9429"/>
                    <a:pt x="42343" y="9544"/>
                  </a:cubicBezTo>
                  <a:cubicBezTo>
                    <a:pt x="42151" y="9659"/>
                    <a:pt x="41921" y="9774"/>
                    <a:pt x="41692" y="9889"/>
                  </a:cubicBezTo>
                  <a:cubicBezTo>
                    <a:pt x="40696" y="10425"/>
                    <a:pt x="39739" y="10961"/>
                    <a:pt x="38744" y="11497"/>
                  </a:cubicBezTo>
                  <a:cubicBezTo>
                    <a:pt x="38284" y="11726"/>
                    <a:pt x="37863" y="11994"/>
                    <a:pt x="37404" y="12224"/>
                  </a:cubicBezTo>
                  <a:cubicBezTo>
                    <a:pt x="37213" y="12339"/>
                    <a:pt x="36983" y="12454"/>
                    <a:pt x="36753" y="12569"/>
                  </a:cubicBezTo>
                  <a:cubicBezTo>
                    <a:pt x="36485" y="12722"/>
                    <a:pt x="36179" y="12875"/>
                    <a:pt x="35911" y="13028"/>
                  </a:cubicBezTo>
                  <a:cubicBezTo>
                    <a:pt x="33690" y="14253"/>
                    <a:pt x="31470" y="15478"/>
                    <a:pt x="29288" y="16742"/>
                  </a:cubicBezTo>
                  <a:cubicBezTo>
                    <a:pt x="29173" y="16818"/>
                    <a:pt x="28943" y="16933"/>
                    <a:pt x="28828" y="17010"/>
                  </a:cubicBezTo>
                  <a:cubicBezTo>
                    <a:pt x="28254" y="17354"/>
                    <a:pt x="27718" y="17699"/>
                    <a:pt x="27144" y="18005"/>
                  </a:cubicBezTo>
                  <a:cubicBezTo>
                    <a:pt x="27029" y="18082"/>
                    <a:pt x="26799" y="18235"/>
                    <a:pt x="26685" y="18311"/>
                  </a:cubicBezTo>
                  <a:cubicBezTo>
                    <a:pt x="26340" y="18541"/>
                    <a:pt x="25995" y="18732"/>
                    <a:pt x="25651" y="18924"/>
                  </a:cubicBezTo>
                  <a:cubicBezTo>
                    <a:pt x="25230" y="19230"/>
                    <a:pt x="24809" y="19498"/>
                    <a:pt x="24349" y="19766"/>
                  </a:cubicBezTo>
                  <a:cubicBezTo>
                    <a:pt x="23698" y="20187"/>
                    <a:pt x="23048" y="20685"/>
                    <a:pt x="22358" y="21144"/>
                  </a:cubicBezTo>
                  <a:cubicBezTo>
                    <a:pt x="21363" y="21833"/>
                    <a:pt x="20406" y="22599"/>
                    <a:pt x="19411" y="23326"/>
                  </a:cubicBezTo>
                  <a:cubicBezTo>
                    <a:pt x="17764" y="24590"/>
                    <a:pt x="16156" y="25968"/>
                    <a:pt x="14625" y="27385"/>
                  </a:cubicBezTo>
                  <a:cubicBezTo>
                    <a:pt x="12673" y="29375"/>
                    <a:pt x="10797" y="31443"/>
                    <a:pt x="8959" y="33587"/>
                  </a:cubicBezTo>
                  <a:cubicBezTo>
                    <a:pt x="7198" y="35922"/>
                    <a:pt x="5590" y="38372"/>
                    <a:pt x="4250" y="40975"/>
                  </a:cubicBezTo>
                  <a:cubicBezTo>
                    <a:pt x="1877" y="45799"/>
                    <a:pt x="307" y="51044"/>
                    <a:pt x="116" y="56442"/>
                  </a:cubicBezTo>
                  <a:cubicBezTo>
                    <a:pt x="1" y="60921"/>
                    <a:pt x="996" y="65400"/>
                    <a:pt x="3102" y="69344"/>
                  </a:cubicBezTo>
                  <a:cubicBezTo>
                    <a:pt x="4174" y="71373"/>
                    <a:pt x="5437" y="73325"/>
                    <a:pt x="6968" y="75048"/>
                  </a:cubicBezTo>
                  <a:cubicBezTo>
                    <a:pt x="10337" y="79068"/>
                    <a:pt x="14931" y="81939"/>
                    <a:pt x="19832" y="83815"/>
                  </a:cubicBezTo>
                  <a:cubicBezTo>
                    <a:pt x="24426" y="85576"/>
                    <a:pt x="29326" y="86380"/>
                    <a:pt x="34226" y="86954"/>
                  </a:cubicBezTo>
                  <a:cubicBezTo>
                    <a:pt x="42649" y="87835"/>
                    <a:pt x="51186" y="87873"/>
                    <a:pt x="59609" y="89328"/>
                  </a:cubicBezTo>
                  <a:cubicBezTo>
                    <a:pt x="65083" y="90170"/>
                    <a:pt x="70481" y="91663"/>
                    <a:pt x="75994" y="92390"/>
                  </a:cubicBezTo>
                  <a:cubicBezTo>
                    <a:pt x="77709" y="92635"/>
                    <a:pt x="79443" y="92764"/>
                    <a:pt x="81172" y="92764"/>
                  </a:cubicBezTo>
                  <a:cubicBezTo>
                    <a:pt x="83767" y="92764"/>
                    <a:pt x="86354" y="92475"/>
                    <a:pt x="88857" y="91854"/>
                  </a:cubicBezTo>
                  <a:cubicBezTo>
                    <a:pt x="93107" y="90859"/>
                    <a:pt x="97050" y="88677"/>
                    <a:pt x="100228" y="85729"/>
                  </a:cubicBezTo>
                  <a:cubicBezTo>
                    <a:pt x="102065" y="83815"/>
                    <a:pt x="103826" y="81862"/>
                    <a:pt x="105472" y="79795"/>
                  </a:cubicBezTo>
                  <a:cubicBezTo>
                    <a:pt x="105664" y="79182"/>
                    <a:pt x="106315" y="78800"/>
                    <a:pt x="106506" y="78187"/>
                  </a:cubicBezTo>
                  <a:cubicBezTo>
                    <a:pt x="106736" y="77843"/>
                    <a:pt x="107004" y="77536"/>
                    <a:pt x="107157" y="77153"/>
                  </a:cubicBezTo>
                  <a:cubicBezTo>
                    <a:pt x="107578" y="76349"/>
                    <a:pt x="108038" y="75545"/>
                    <a:pt x="108382" y="74703"/>
                  </a:cubicBezTo>
                  <a:cubicBezTo>
                    <a:pt x="108612" y="74129"/>
                    <a:pt x="108880" y="73555"/>
                    <a:pt x="109148" y="72980"/>
                  </a:cubicBezTo>
                  <a:lnTo>
                    <a:pt x="108995" y="72789"/>
                  </a:lnTo>
                  <a:cubicBezTo>
                    <a:pt x="109109" y="72713"/>
                    <a:pt x="109301" y="72598"/>
                    <a:pt x="109377" y="72521"/>
                  </a:cubicBezTo>
                  <a:lnTo>
                    <a:pt x="109148" y="72291"/>
                  </a:lnTo>
                  <a:cubicBezTo>
                    <a:pt x="109224" y="72215"/>
                    <a:pt x="109377" y="72100"/>
                    <a:pt x="109416" y="72023"/>
                  </a:cubicBezTo>
                  <a:cubicBezTo>
                    <a:pt x="110832" y="66970"/>
                    <a:pt x="111062" y="61687"/>
                    <a:pt x="111138" y="56442"/>
                  </a:cubicBezTo>
                  <a:cubicBezTo>
                    <a:pt x="111062" y="54413"/>
                    <a:pt x="111253" y="52384"/>
                    <a:pt x="110947" y="50355"/>
                  </a:cubicBezTo>
                  <a:cubicBezTo>
                    <a:pt x="110794" y="47598"/>
                    <a:pt x="110373" y="44804"/>
                    <a:pt x="109875" y="42086"/>
                  </a:cubicBezTo>
                  <a:cubicBezTo>
                    <a:pt x="109033" y="37798"/>
                    <a:pt x="108038" y="33548"/>
                    <a:pt x="106430" y="29528"/>
                  </a:cubicBezTo>
                  <a:lnTo>
                    <a:pt x="106544" y="29337"/>
                  </a:lnTo>
                  <a:cubicBezTo>
                    <a:pt x="106430" y="29260"/>
                    <a:pt x="106276" y="29146"/>
                    <a:pt x="106162" y="29069"/>
                  </a:cubicBezTo>
                  <a:lnTo>
                    <a:pt x="106315" y="28839"/>
                  </a:lnTo>
                  <a:cubicBezTo>
                    <a:pt x="106276" y="28763"/>
                    <a:pt x="106123" y="28648"/>
                    <a:pt x="106085" y="28610"/>
                  </a:cubicBezTo>
                  <a:cubicBezTo>
                    <a:pt x="105855" y="27959"/>
                    <a:pt x="105549" y="27346"/>
                    <a:pt x="105281" y="26695"/>
                  </a:cubicBezTo>
                  <a:cubicBezTo>
                    <a:pt x="105051" y="26198"/>
                    <a:pt x="104822" y="25700"/>
                    <a:pt x="104592" y="25241"/>
                  </a:cubicBezTo>
                  <a:cubicBezTo>
                    <a:pt x="104401" y="24820"/>
                    <a:pt x="104209" y="24437"/>
                    <a:pt x="104018" y="24054"/>
                  </a:cubicBezTo>
                  <a:cubicBezTo>
                    <a:pt x="103865" y="23671"/>
                    <a:pt x="103673" y="23288"/>
                    <a:pt x="103482" y="22905"/>
                  </a:cubicBezTo>
                  <a:cubicBezTo>
                    <a:pt x="103290" y="22523"/>
                    <a:pt x="103099" y="22140"/>
                    <a:pt x="102907" y="21757"/>
                  </a:cubicBezTo>
                  <a:cubicBezTo>
                    <a:pt x="102754" y="21451"/>
                    <a:pt x="102601" y="21183"/>
                    <a:pt x="102448" y="20876"/>
                  </a:cubicBezTo>
                  <a:cubicBezTo>
                    <a:pt x="102333" y="20647"/>
                    <a:pt x="102218" y="20417"/>
                    <a:pt x="102104" y="20187"/>
                  </a:cubicBezTo>
                  <a:cubicBezTo>
                    <a:pt x="102027" y="20111"/>
                    <a:pt x="101874" y="19881"/>
                    <a:pt x="101797" y="19766"/>
                  </a:cubicBezTo>
                  <a:cubicBezTo>
                    <a:pt x="101338" y="18809"/>
                    <a:pt x="100649" y="18005"/>
                    <a:pt x="100074" y="17086"/>
                  </a:cubicBezTo>
                  <a:cubicBezTo>
                    <a:pt x="99615" y="16435"/>
                    <a:pt x="99079" y="15785"/>
                    <a:pt x="98620" y="15095"/>
                  </a:cubicBezTo>
                  <a:cubicBezTo>
                    <a:pt x="98313" y="14751"/>
                    <a:pt x="97969" y="14368"/>
                    <a:pt x="97739" y="13947"/>
                  </a:cubicBezTo>
                  <a:cubicBezTo>
                    <a:pt x="96935" y="13143"/>
                    <a:pt x="96323" y="12224"/>
                    <a:pt x="95480" y="11459"/>
                  </a:cubicBezTo>
                  <a:cubicBezTo>
                    <a:pt x="93451" y="9544"/>
                    <a:pt x="91422" y="7592"/>
                    <a:pt x="89202" y="5869"/>
                  </a:cubicBezTo>
                  <a:cubicBezTo>
                    <a:pt x="88283" y="5371"/>
                    <a:pt x="87479" y="4644"/>
                    <a:pt x="86522" y="4185"/>
                  </a:cubicBezTo>
                  <a:cubicBezTo>
                    <a:pt x="86331" y="4070"/>
                    <a:pt x="86101" y="3955"/>
                    <a:pt x="85909" y="3802"/>
                  </a:cubicBezTo>
                  <a:cubicBezTo>
                    <a:pt x="85527" y="3649"/>
                    <a:pt x="85144" y="3457"/>
                    <a:pt x="84799" y="3266"/>
                  </a:cubicBezTo>
                  <a:cubicBezTo>
                    <a:pt x="83919" y="2768"/>
                    <a:pt x="83000" y="2385"/>
                    <a:pt x="82043" y="2041"/>
                  </a:cubicBezTo>
                  <a:cubicBezTo>
                    <a:pt x="81622" y="1849"/>
                    <a:pt x="81201" y="1696"/>
                    <a:pt x="80779" y="1620"/>
                  </a:cubicBezTo>
                  <a:cubicBezTo>
                    <a:pt x="80741" y="1581"/>
                    <a:pt x="80626" y="1505"/>
                    <a:pt x="80550" y="1466"/>
                  </a:cubicBezTo>
                  <a:cubicBezTo>
                    <a:pt x="77423" y="489"/>
                    <a:pt x="74154" y="1"/>
                    <a:pt x="70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21"/>
          <p:cNvSpPr/>
          <p:nvPr/>
        </p:nvSpPr>
        <p:spPr>
          <a:xfrm rot="10800000">
            <a:off x="7275282" y="3715721"/>
            <a:ext cx="1878630" cy="1440175"/>
          </a:xfrm>
          <a:custGeom>
            <a:rect b="b" l="l" r="r" t="t"/>
            <a:pathLst>
              <a:path extrusionOk="0" h="73366" w="95702">
                <a:moveTo>
                  <a:pt x="0" y="0"/>
                </a:moveTo>
                <a:lnTo>
                  <a:pt x="0" y="73365"/>
                </a:lnTo>
                <a:cubicBezTo>
                  <a:pt x="0" y="73365"/>
                  <a:pt x="8657" y="72045"/>
                  <a:pt x="17216" y="50443"/>
                </a:cubicBezTo>
                <a:cubicBezTo>
                  <a:pt x="22619" y="36806"/>
                  <a:pt x="30868" y="34292"/>
                  <a:pt x="36217" y="34292"/>
                </a:cubicBezTo>
                <a:cubicBezTo>
                  <a:pt x="39341" y="34292"/>
                  <a:pt x="41476" y="35150"/>
                  <a:pt x="41476" y="35150"/>
                </a:cubicBezTo>
                <a:cubicBezTo>
                  <a:pt x="42656" y="35185"/>
                  <a:pt x="43808" y="35203"/>
                  <a:pt x="44933" y="35203"/>
                </a:cubicBezTo>
                <a:cubicBezTo>
                  <a:pt x="95701" y="35203"/>
                  <a:pt x="91707" y="0"/>
                  <a:pt x="917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type="title"/>
          </p:nvPr>
        </p:nvSpPr>
        <p:spPr>
          <a:xfrm>
            <a:off x="2721654" y="2921311"/>
            <a:ext cx="3665100" cy="5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9" name="Google Shape;109;p21"/>
          <p:cNvSpPr txBox="1"/>
          <p:nvPr>
            <p:ph hasCustomPrompt="1" idx="2" type="title"/>
          </p:nvPr>
        </p:nvSpPr>
        <p:spPr>
          <a:xfrm>
            <a:off x="3610024" y="1572625"/>
            <a:ext cx="1888500" cy="10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3332426" y="3551975"/>
            <a:ext cx="2443800" cy="3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rriweather Sans SemiBold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21"/>
          <p:cNvSpPr/>
          <p:nvPr/>
        </p:nvSpPr>
        <p:spPr>
          <a:xfrm>
            <a:off x="7" y="-4"/>
            <a:ext cx="1878630" cy="1440175"/>
          </a:xfrm>
          <a:custGeom>
            <a:rect b="b" l="l" r="r" t="t"/>
            <a:pathLst>
              <a:path extrusionOk="0" h="73366" w="95702">
                <a:moveTo>
                  <a:pt x="0" y="0"/>
                </a:moveTo>
                <a:lnTo>
                  <a:pt x="0" y="73365"/>
                </a:lnTo>
                <a:cubicBezTo>
                  <a:pt x="0" y="73365"/>
                  <a:pt x="8657" y="72045"/>
                  <a:pt x="17216" y="50443"/>
                </a:cubicBezTo>
                <a:cubicBezTo>
                  <a:pt x="22619" y="36806"/>
                  <a:pt x="30868" y="34292"/>
                  <a:pt x="36217" y="34292"/>
                </a:cubicBezTo>
                <a:cubicBezTo>
                  <a:pt x="39341" y="34292"/>
                  <a:pt x="41476" y="35150"/>
                  <a:pt x="41476" y="35150"/>
                </a:cubicBezTo>
                <a:cubicBezTo>
                  <a:pt x="42656" y="35185"/>
                  <a:pt x="43808" y="35203"/>
                  <a:pt x="44933" y="35203"/>
                </a:cubicBezTo>
                <a:cubicBezTo>
                  <a:pt x="95701" y="35203"/>
                  <a:pt x="91707" y="0"/>
                  <a:pt x="917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22"/>
          <p:cNvGrpSpPr/>
          <p:nvPr/>
        </p:nvGrpSpPr>
        <p:grpSpPr>
          <a:xfrm>
            <a:off x="75" y="3051500"/>
            <a:ext cx="9143850" cy="1688200"/>
            <a:chOff x="75" y="3051500"/>
            <a:chExt cx="9143850" cy="1688200"/>
          </a:xfrm>
        </p:grpSpPr>
        <p:sp>
          <p:nvSpPr>
            <p:cNvPr id="114" name="Google Shape;114;p22"/>
            <p:cNvSpPr/>
            <p:nvPr/>
          </p:nvSpPr>
          <p:spPr>
            <a:xfrm flipH="1">
              <a:off x="92" y="3051500"/>
              <a:ext cx="9143833" cy="1137460"/>
            </a:xfrm>
            <a:custGeom>
              <a:rect b="b" l="l" r="r" t="t"/>
              <a:pathLst>
                <a:path extrusionOk="0" h="102497" w="285299">
                  <a:moveTo>
                    <a:pt x="186335" y="0"/>
                  </a:moveTo>
                  <a:cubicBezTo>
                    <a:pt x="183926" y="0"/>
                    <a:pt x="181734" y="240"/>
                    <a:pt x="179768" y="625"/>
                  </a:cubicBezTo>
                  <a:cubicBezTo>
                    <a:pt x="174070" y="1761"/>
                    <a:pt x="168907" y="4752"/>
                    <a:pt x="165081" y="9113"/>
                  </a:cubicBezTo>
                  <a:cubicBezTo>
                    <a:pt x="152303" y="23576"/>
                    <a:pt x="140215" y="28318"/>
                    <a:pt x="129170" y="28318"/>
                  </a:cubicBezTo>
                  <a:cubicBezTo>
                    <a:pt x="112832" y="28318"/>
                    <a:pt x="98775" y="17942"/>
                    <a:pt x="88138" y="13307"/>
                  </a:cubicBezTo>
                  <a:cubicBezTo>
                    <a:pt x="81926" y="10600"/>
                    <a:pt x="75559" y="9453"/>
                    <a:pt x="69228" y="9453"/>
                  </a:cubicBezTo>
                  <a:cubicBezTo>
                    <a:pt x="34056" y="9453"/>
                    <a:pt x="0" y="44852"/>
                    <a:pt x="0" y="44852"/>
                  </a:cubicBezTo>
                  <a:lnTo>
                    <a:pt x="0" y="102497"/>
                  </a:lnTo>
                  <a:lnTo>
                    <a:pt x="285299" y="102497"/>
                  </a:lnTo>
                  <a:lnTo>
                    <a:pt x="285299" y="8294"/>
                  </a:lnTo>
                  <a:cubicBezTo>
                    <a:pt x="285299" y="8294"/>
                    <a:pt x="267553" y="20774"/>
                    <a:pt x="246192" y="20774"/>
                  </a:cubicBezTo>
                  <a:cubicBezTo>
                    <a:pt x="236901" y="20774"/>
                    <a:pt x="226925" y="18413"/>
                    <a:pt x="217429" y="11636"/>
                  </a:cubicBezTo>
                  <a:cubicBezTo>
                    <a:pt x="204864" y="2685"/>
                    <a:pt x="194387" y="0"/>
                    <a:pt x="186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2"/>
            <p:cNvSpPr/>
            <p:nvPr/>
          </p:nvSpPr>
          <p:spPr>
            <a:xfrm flipH="1" rot="10800000">
              <a:off x="75" y="3602240"/>
              <a:ext cx="9143833" cy="1137460"/>
            </a:xfrm>
            <a:custGeom>
              <a:rect b="b" l="l" r="r" t="t"/>
              <a:pathLst>
                <a:path extrusionOk="0" h="102497" w="285299">
                  <a:moveTo>
                    <a:pt x="186335" y="0"/>
                  </a:moveTo>
                  <a:cubicBezTo>
                    <a:pt x="183926" y="0"/>
                    <a:pt x="181734" y="240"/>
                    <a:pt x="179768" y="625"/>
                  </a:cubicBezTo>
                  <a:cubicBezTo>
                    <a:pt x="174070" y="1761"/>
                    <a:pt x="168907" y="4752"/>
                    <a:pt x="165081" y="9113"/>
                  </a:cubicBezTo>
                  <a:cubicBezTo>
                    <a:pt x="152303" y="23576"/>
                    <a:pt x="140215" y="28318"/>
                    <a:pt x="129170" y="28318"/>
                  </a:cubicBezTo>
                  <a:cubicBezTo>
                    <a:pt x="112832" y="28318"/>
                    <a:pt x="98775" y="17942"/>
                    <a:pt x="88138" y="13307"/>
                  </a:cubicBezTo>
                  <a:cubicBezTo>
                    <a:pt x="81926" y="10600"/>
                    <a:pt x="75559" y="9453"/>
                    <a:pt x="69228" y="9453"/>
                  </a:cubicBezTo>
                  <a:cubicBezTo>
                    <a:pt x="34056" y="9453"/>
                    <a:pt x="0" y="44852"/>
                    <a:pt x="0" y="44852"/>
                  </a:cubicBezTo>
                  <a:lnTo>
                    <a:pt x="0" y="102497"/>
                  </a:lnTo>
                  <a:lnTo>
                    <a:pt x="285299" y="102497"/>
                  </a:lnTo>
                  <a:lnTo>
                    <a:pt x="285299" y="8294"/>
                  </a:lnTo>
                  <a:cubicBezTo>
                    <a:pt x="285299" y="8294"/>
                    <a:pt x="267553" y="20774"/>
                    <a:pt x="246192" y="20774"/>
                  </a:cubicBezTo>
                  <a:cubicBezTo>
                    <a:pt x="236901" y="20774"/>
                    <a:pt x="226925" y="18413"/>
                    <a:pt x="217429" y="11636"/>
                  </a:cubicBezTo>
                  <a:cubicBezTo>
                    <a:pt x="204864" y="2685"/>
                    <a:pt x="194387" y="0"/>
                    <a:pt x="186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" name="Google Shape;116;p22"/>
          <p:cNvGrpSpPr/>
          <p:nvPr/>
        </p:nvGrpSpPr>
        <p:grpSpPr>
          <a:xfrm>
            <a:off x="75" y="1249509"/>
            <a:ext cx="9143850" cy="1591450"/>
            <a:chOff x="75" y="1249509"/>
            <a:chExt cx="9143850" cy="1591450"/>
          </a:xfrm>
        </p:grpSpPr>
        <p:sp>
          <p:nvSpPr>
            <p:cNvPr id="117" name="Google Shape;117;p22"/>
            <p:cNvSpPr/>
            <p:nvPr/>
          </p:nvSpPr>
          <p:spPr>
            <a:xfrm>
              <a:off x="75" y="1249509"/>
              <a:ext cx="9143833" cy="1072119"/>
            </a:xfrm>
            <a:custGeom>
              <a:rect b="b" l="l" r="r" t="t"/>
              <a:pathLst>
                <a:path extrusionOk="0" h="102497" w="285299">
                  <a:moveTo>
                    <a:pt x="186335" y="0"/>
                  </a:moveTo>
                  <a:cubicBezTo>
                    <a:pt x="183926" y="0"/>
                    <a:pt x="181734" y="240"/>
                    <a:pt x="179768" y="625"/>
                  </a:cubicBezTo>
                  <a:cubicBezTo>
                    <a:pt x="174070" y="1761"/>
                    <a:pt x="168907" y="4752"/>
                    <a:pt x="165081" y="9113"/>
                  </a:cubicBezTo>
                  <a:cubicBezTo>
                    <a:pt x="152303" y="23576"/>
                    <a:pt x="140215" y="28318"/>
                    <a:pt x="129170" y="28318"/>
                  </a:cubicBezTo>
                  <a:cubicBezTo>
                    <a:pt x="112832" y="28318"/>
                    <a:pt x="98775" y="17942"/>
                    <a:pt x="88138" y="13307"/>
                  </a:cubicBezTo>
                  <a:cubicBezTo>
                    <a:pt x="81926" y="10600"/>
                    <a:pt x="75559" y="9453"/>
                    <a:pt x="69228" y="9453"/>
                  </a:cubicBezTo>
                  <a:cubicBezTo>
                    <a:pt x="34056" y="9453"/>
                    <a:pt x="0" y="44852"/>
                    <a:pt x="0" y="44852"/>
                  </a:cubicBezTo>
                  <a:lnTo>
                    <a:pt x="0" y="102497"/>
                  </a:lnTo>
                  <a:lnTo>
                    <a:pt x="285299" y="102497"/>
                  </a:lnTo>
                  <a:lnTo>
                    <a:pt x="285299" y="8294"/>
                  </a:lnTo>
                  <a:cubicBezTo>
                    <a:pt x="285299" y="8294"/>
                    <a:pt x="267553" y="20774"/>
                    <a:pt x="246192" y="20774"/>
                  </a:cubicBezTo>
                  <a:cubicBezTo>
                    <a:pt x="236901" y="20774"/>
                    <a:pt x="226925" y="18413"/>
                    <a:pt x="217429" y="11636"/>
                  </a:cubicBezTo>
                  <a:cubicBezTo>
                    <a:pt x="204864" y="2685"/>
                    <a:pt x="194387" y="0"/>
                    <a:pt x="186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2"/>
            <p:cNvSpPr/>
            <p:nvPr/>
          </p:nvSpPr>
          <p:spPr>
            <a:xfrm rot="10800000">
              <a:off x="92" y="1768840"/>
              <a:ext cx="9143833" cy="1072119"/>
            </a:xfrm>
            <a:custGeom>
              <a:rect b="b" l="l" r="r" t="t"/>
              <a:pathLst>
                <a:path extrusionOk="0" h="102497" w="285299">
                  <a:moveTo>
                    <a:pt x="186335" y="0"/>
                  </a:moveTo>
                  <a:cubicBezTo>
                    <a:pt x="183926" y="0"/>
                    <a:pt x="181734" y="240"/>
                    <a:pt x="179768" y="625"/>
                  </a:cubicBezTo>
                  <a:cubicBezTo>
                    <a:pt x="174070" y="1761"/>
                    <a:pt x="168907" y="4752"/>
                    <a:pt x="165081" y="9113"/>
                  </a:cubicBezTo>
                  <a:cubicBezTo>
                    <a:pt x="152303" y="23576"/>
                    <a:pt x="140215" y="28318"/>
                    <a:pt x="129170" y="28318"/>
                  </a:cubicBezTo>
                  <a:cubicBezTo>
                    <a:pt x="112832" y="28318"/>
                    <a:pt x="98775" y="17942"/>
                    <a:pt x="88138" y="13307"/>
                  </a:cubicBezTo>
                  <a:cubicBezTo>
                    <a:pt x="81926" y="10600"/>
                    <a:pt x="75559" y="9453"/>
                    <a:pt x="69228" y="9453"/>
                  </a:cubicBezTo>
                  <a:cubicBezTo>
                    <a:pt x="34056" y="9453"/>
                    <a:pt x="0" y="44852"/>
                    <a:pt x="0" y="44852"/>
                  </a:cubicBezTo>
                  <a:lnTo>
                    <a:pt x="0" y="102497"/>
                  </a:lnTo>
                  <a:lnTo>
                    <a:pt x="285299" y="102497"/>
                  </a:lnTo>
                  <a:lnTo>
                    <a:pt x="285299" y="8294"/>
                  </a:lnTo>
                  <a:cubicBezTo>
                    <a:pt x="285299" y="8294"/>
                    <a:pt x="267553" y="20774"/>
                    <a:pt x="246192" y="20774"/>
                  </a:cubicBezTo>
                  <a:cubicBezTo>
                    <a:pt x="236901" y="20774"/>
                    <a:pt x="226925" y="18413"/>
                    <a:pt x="217429" y="11636"/>
                  </a:cubicBezTo>
                  <a:cubicBezTo>
                    <a:pt x="204864" y="2685"/>
                    <a:pt x="194387" y="0"/>
                    <a:pt x="186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22"/>
          <p:cNvSpPr txBox="1"/>
          <p:nvPr>
            <p:ph idx="1" type="subTitle"/>
          </p:nvPr>
        </p:nvSpPr>
        <p:spPr>
          <a:xfrm>
            <a:off x="2784900" y="1844075"/>
            <a:ext cx="3574200" cy="6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9pPr>
          </a:lstStyle>
          <a:p/>
        </p:txBody>
      </p:sp>
      <p:sp>
        <p:nvSpPr>
          <p:cNvPr id="120" name="Google Shape;120;p22"/>
          <p:cNvSpPr txBox="1"/>
          <p:nvPr>
            <p:ph type="ctrTitle"/>
          </p:nvPr>
        </p:nvSpPr>
        <p:spPr>
          <a:xfrm>
            <a:off x="2784900" y="1572255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9pPr>
          </a:lstStyle>
          <a:p/>
        </p:txBody>
      </p:sp>
      <p:sp>
        <p:nvSpPr>
          <p:cNvPr id="121" name="Google Shape;121;p22"/>
          <p:cNvSpPr txBox="1"/>
          <p:nvPr>
            <p:ph idx="2" type="subTitle"/>
          </p:nvPr>
        </p:nvSpPr>
        <p:spPr>
          <a:xfrm>
            <a:off x="2784900" y="3723675"/>
            <a:ext cx="3574200" cy="6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 sz="12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9pPr>
          </a:lstStyle>
          <a:p/>
        </p:txBody>
      </p:sp>
      <p:sp>
        <p:nvSpPr>
          <p:cNvPr id="122" name="Google Shape;122;p22"/>
          <p:cNvSpPr txBox="1"/>
          <p:nvPr>
            <p:ph idx="3" type="ctrTitle"/>
          </p:nvPr>
        </p:nvSpPr>
        <p:spPr>
          <a:xfrm>
            <a:off x="3739788" y="3453847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9pPr>
          </a:lstStyle>
          <a:p/>
        </p:txBody>
      </p:sp>
      <p:sp>
        <p:nvSpPr>
          <p:cNvPr id="123" name="Google Shape;123;p22"/>
          <p:cNvSpPr txBox="1"/>
          <p:nvPr>
            <p:ph idx="4"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29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/>
          <p:nvPr/>
        </p:nvSpPr>
        <p:spPr>
          <a:xfrm flipH="1">
            <a:off x="5" y="38"/>
            <a:ext cx="7235662" cy="5143436"/>
          </a:xfrm>
          <a:custGeom>
            <a:rect b="b" l="l" r="r" t="t"/>
            <a:pathLst>
              <a:path extrusionOk="0" h="182764" w="257108">
                <a:moveTo>
                  <a:pt x="17630" y="0"/>
                </a:moveTo>
                <a:cubicBezTo>
                  <a:pt x="1" y="63663"/>
                  <a:pt x="62693" y="64710"/>
                  <a:pt x="124661" y="114342"/>
                </a:cubicBezTo>
                <a:cubicBezTo>
                  <a:pt x="171304" y="142613"/>
                  <a:pt x="167325" y="170351"/>
                  <a:pt x="162185" y="182764"/>
                </a:cubicBezTo>
                <a:lnTo>
                  <a:pt x="257107" y="182764"/>
                </a:lnTo>
                <a:lnTo>
                  <a:pt x="25710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27" name="Google Shape;127;p23"/>
          <p:cNvSpPr txBox="1"/>
          <p:nvPr>
            <p:ph idx="1" type="subTitle"/>
          </p:nvPr>
        </p:nvSpPr>
        <p:spPr>
          <a:xfrm>
            <a:off x="2055700" y="2900897"/>
            <a:ext cx="2129400" cy="72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9pPr>
          </a:lstStyle>
          <a:p/>
        </p:txBody>
      </p:sp>
      <p:sp>
        <p:nvSpPr>
          <p:cNvPr id="128" name="Google Shape;128;p23"/>
          <p:cNvSpPr txBox="1"/>
          <p:nvPr>
            <p:ph idx="2" type="ctrTitle"/>
          </p:nvPr>
        </p:nvSpPr>
        <p:spPr>
          <a:xfrm>
            <a:off x="2055700" y="2629069"/>
            <a:ext cx="21294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b="1" sz="1600">
                <a:solidFill>
                  <a:schemeClr val="lt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9pPr>
          </a:lstStyle>
          <a:p/>
        </p:txBody>
      </p:sp>
      <p:sp>
        <p:nvSpPr>
          <p:cNvPr id="129" name="Google Shape;129;p23"/>
          <p:cNvSpPr txBox="1"/>
          <p:nvPr>
            <p:ph idx="3" type="subTitle"/>
          </p:nvPr>
        </p:nvSpPr>
        <p:spPr>
          <a:xfrm>
            <a:off x="4958900" y="2900897"/>
            <a:ext cx="2129400" cy="72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400"/>
              <a:buNone/>
              <a:defRPr>
                <a:solidFill>
                  <a:srgbClr val="338987"/>
                </a:solidFill>
              </a:defRPr>
            </a:lvl9pPr>
          </a:lstStyle>
          <a:p/>
        </p:txBody>
      </p:sp>
      <p:sp>
        <p:nvSpPr>
          <p:cNvPr id="130" name="Google Shape;130;p23"/>
          <p:cNvSpPr txBox="1"/>
          <p:nvPr>
            <p:ph idx="4" type="ctrTitle"/>
          </p:nvPr>
        </p:nvSpPr>
        <p:spPr>
          <a:xfrm>
            <a:off x="4958900" y="2629069"/>
            <a:ext cx="21294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b="1" sz="1600">
                <a:solidFill>
                  <a:schemeClr val="lt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600"/>
              <a:buNone/>
              <a:defRPr sz="1600">
                <a:solidFill>
                  <a:srgbClr val="338987"/>
                </a:solidFill>
              </a:defRPr>
            </a:lvl9pPr>
          </a:lstStyle>
          <a:p/>
        </p:txBody>
      </p:sp>
      <p:sp>
        <p:nvSpPr>
          <p:cNvPr id="131" name="Google Shape;131;p23"/>
          <p:cNvSpPr txBox="1"/>
          <p:nvPr>
            <p:ph hasCustomPrompt="1" idx="5" type="title"/>
          </p:nvPr>
        </p:nvSpPr>
        <p:spPr>
          <a:xfrm>
            <a:off x="2649850" y="1906931"/>
            <a:ext cx="941100" cy="4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23"/>
          <p:cNvSpPr txBox="1"/>
          <p:nvPr>
            <p:ph hasCustomPrompt="1" idx="6" type="title"/>
          </p:nvPr>
        </p:nvSpPr>
        <p:spPr>
          <a:xfrm>
            <a:off x="5553050" y="1906931"/>
            <a:ext cx="941100" cy="4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/>
          <p:nvPr/>
        </p:nvSpPr>
        <p:spPr>
          <a:xfrm>
            <a:off x="-400" y="928150"/>
            <a:ext cx="9143665" cy="4215665"/>
          </a:xfrm>
          <a:custGeom>
            <a:rect b="b" l="l" r="r" t="t"/>
            <a:pathLst>
              <a:path extrusionOk="0" h="132516" w="285316">
                <a:moveTo>
                  <a:pt x="17" y="0"/>
                </a:moveTo>
                <a:lnTo>
                  <a:pt x="0" y="132515"/>
                </a:lnTo>
                <a:lnTo>
                  <a:pt x="285299" y="132515"/>
                </a:lnTo>
                <a:cubicBezTo>
                  <a:pt x="285299" y="132515"/>
                  <a:pt x="285316" y="60051"/>
                  <a:pt x="285299" y="59967"/>
                </a:cubicBezTo>
                <a:cubicBezTo>
                  <a:pt x="274828" y="44157"/>
                  <a:pt x="257486" y="26827"/>
                  <a:pt x="228589" y="26827"/>
                </a:cubicBezTo>
                <a:cubicBezTo>
                  <a:pt x="227191" y="26827"/>
                  <a:pt x="225765" y="26868"/>
                  <a:pt x="224313" y="26951"/>
                </a:cubicBezTo>
                <a:cubicBezTo>
                  <a:pt x="216176" y="27469"/>
                  <a:pt x="208206" y="29357"/>
                  <a:pt x="200720" y="32582"/>
                </a:cubicBezTo>
                <a:cubicBezTo>
                  <a:pt x="194457" y="35244"/>
                  <a:pt x="183524" y="38962"/>
                  <a:pt x="171313" y="38962"/>
                </a:cubicBezTo>
                <a:cubicBezTo>
                  <a:pt x="157395" y="38962"/>
                  <a:pt x="141819" y="34133"/>
                  <a:pt x="129608" y="17410"/>
                </a:cubicBezTo>
                <a:cubicBezTo>
                  <a:pt x="127336" y="14236"/>
                  <a:pt x="124295" y="11679"/>
                  <a:pt x="120770" y="9958"/>
                </a:cubicBezTo>
                <a:cubicBezTo>
                  <a:pt x="117232" y="8277"/>
                  <a:pt x="112356" y="6798"/>
                  <a:pt x="106138" y="6798"/>
                </a:cubicBezTo>
                <a:cubicBezTo>
                  <a:pt x="98638" y="6798"/>
                  <a:pt x="89187" y="8949"/>
                  <a:pt x="77778" y="15489"/>
                </a:cubicBezTo>
                <a:cubicBezTo>
                  <a:pt x="70549" y="19635"/>
                  <a:pt x="62804" y="21260"/>
                  <a:pt x="55106" y="21260"/>
                </a:cubicBezTo>
                <a:cubicBezTo>
                  <a:pt x="27255" y="21260"/>
                  <a:pt x="17" y="0"/>
                  <a:pt x="1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6" name="Google Shape;136;p24"/>
          <p:cNvSpPr txBox="1"/>
          <p:nvPr>
            <p:ph idx="1" type="subTitle"/>
          </p:nvPr>
        </p:nvSpPr>
        <p:spPr>
          <a:xfrm>
            <a:off x="1212825" y="1767600"/>
            <a:ext cx="2157600" cy="90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7" name="Google Shape;137;p24"/>
          <p:cNvSpPr txBox="1"/>
          <p:nvPr>
            <p:ph idx="2" type="subTitle"/>
          </p:nvPr>
        </p:nvSpPr>
        <p:spPr>
          <a:xfrm>
            <a:off x="1212850" y="2667600"/>
            <a:ext cx="21576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8" name="Google Shape;138;p24"/>
          <p:cNvSpPr txBox="1"/>
          <p:nvPr>
            <p:ph idx="3" type="subTitle"/>
          </p:nvPr>
        </p:nvSpPr>
        <p:spPr>
          <a:xfrm>
            <a:off x="3493225" y="1767600"/>
            <a:ext cx="2157600" cy="90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9" name="Google Shape;139;p24"/>
          <p:cNvSpPr txBox="1"/>
          <p:nvPr>
            <p:ph idx="4" type="subTitle"/>
          </p:nvPr>
        </p:nvSpPr>
        <p:spPr>
          <a:xfrm>
            <a:off x="3493250" y="2667600"/>
            <a:ext cx="21576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40" name="Google Shape;140;p24"/>
          <p:cNvSpPr txBox="1"/>
          <p:nvPr>
            <p:ph idx="5" type="subTitle"/>
          </p:nvPr>
        </p:nvSpPr>
        <p:spPr>
          <a:xfrm>
            <a:off x="5773625" y="1767600"/>
            <a:ext cx="2157600" cy="90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41" name="Google Shape;141;p24"/>
          <p:cNvSpPr txBox="1"/>
          <p:nvPr>
            <p:ph idx="6" type="subTitle"/>
          </p:nvPr>
        </p:nvSpPr>
        <p:spPr>
          <a:xfrm>
            <a:off x="5773650" y="2667600"/>
            <a:ext cx="21576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8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/>
          <p:nvPr/>
        </p:nvSpPr>
        <p:spPr>
          <a:xfrm flipH="1" rot="10800000">
            <a:off x="88" y="11"/>
            <a:ext cx="9143833" cy="1632473"/>
          </a:xfrm>
          <a:custGeom>
            <a:rect b="b" l="l" r="r" t="t"/>
            <a:pathLst>
              <a:path extrusionOk="0" h="102494" w="285299">
                <a:moveTo>
                  <a:pt x="186358" y="0"/>
                </a:moveTo>
                <a:cubicBezTo>
                  <a:pt x="174323" y="0"/>
                  <a:pt x="167721" y="6002"/>
                  <a:pt x="167721" y="6002"/>
                </a:cubicBezTo>
                <a:cubicBezTo>
                  <a:pt x="153965" y="22904"/>
                  <a:pt x="140971" y="28318"/>
                  <a:pt x="129168" y="28318"/>
                </a:cubicBezTo>
                <a:cubicBezTo>
                  <a:pt x="112827" y="28318"/>
                  <a:pt x="98770" y="17941"/>
                  <a:pt x="88138" y="13304"/>
                </a:cubicBezTo>
                <a:cubicBezTo>
                  <a:pt x="81926" y="10597"/>
                  <a:pt x="75559" y="9450"/>
                  <a:pt x="69228" y="9450"/>
                </a:cubicBezTo>
                <a:cubicBezTo>
                  <a:pt x="34056" y="9450"/>
                  <a:pt x="0" y="44849"/>
                  <a:pt x="0" y="44849"/>
                </a:cubicBezTo>
                <a:lnTo>
                  <a:pt x="0" y="102494"/>
                </a:lnTo>
                <a:lnTo>
                  <a:pt x="285299" y="102494"/>
                </a:lnTo>
                <a:lnTo>
                  <a:pt x="285299" y="8291"/>
                </a:lnTo>
                <a:cubicBezTo>
                  <a:pt x="285299" y="8291"/>
                  <a:pt x="267553" y="20771"/>
                  <a:pt x="246192" y="20771"/>
                </a:cubicBezTo>
                <a:cubicBezTo>
                  <a:pt x="236901" y="20771"/>
                  <a:pt x="226925" y="18409"/>
                  <a:pt x="217429" y="11633"/>
                </a:cubicBezTo>
                <a:cubicBezTo>
                  <a:pt x="204877" y="2682"/>
                  <a:pt x="194403" y="0"/>
                  <a:pt x="1863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5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1416774" y="2722160"/>
            <a:ext cx="14616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redoka One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2" type="subTitle"/>
          </p:nvPr>
        </p:nvSpPr>
        <p:spPr>
          <a:xfrm>
            <a:off x="3718599" y="3365310"/>
            <a:ext cx="14616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redoka One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3" type="subTitle"/>
          </p:nvPr>
        </p:nvSpPr>
        <p:spPr>
          <a:xfrm>
            <a:off x="6020424" y="2722160"/>
            <a:ext cx="14616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redoka One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4" type="subTitle"/>
          </p:nvPr>
        </p:nvSpPr>
        <p:spPr>
          <a:xfrm>
            <a:off x="1159675" y="2953118"/>
            <a:ext cx="2000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5" type="subTitle"/>
          </p:nvPr>
        </p:nvSpPr>
        <p:spPr>
          <a:xfrm>
            <a:off x="3449350" y="3600894"/>
            <a:ext cx="2000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5"/>
          <p:cNvSpPr txBox="1"/>
          <p:nvPr>
            <p:ph idx="6" type="subTitle"/>
          </p:nvPr>
        </p:nvSpPr>
        <p:spPr>
          <a:xfrm>
            <a:off x="5739075" y="2953118"/>
            <a:ext cx="2000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1_3_1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/>
          <p:nvPr/>
        </p:nvSpPr>
        <p:spPr>
          <a:xfrm>
            <a:off x="-1050" y="2644926"/>
            <a:ext cx="9143833" cy="2502686"/>
          </a:xfrm>
          <a:custGeom>
            <a:rect b="b" l="l" r="r" t="t"/>
            <a:pathLst>
              <a:path extrusionOk="0" h="92735" w="285299">
                <a:moveTo>
                  <a:pt x="91657" y="1"/>
                </a:moveTo>
                <a:cubicBezTo>
                  <a:pt x="84263" y="1"/>
                  <a:pt x="74970" y="2553"/>
                  <a:pt x="63910" y="10446"/>
                </a:cubicBezTo>
                <a:cubicBezTo>
                  <a:pt x="54469" y="17180"/>
                  <a:pt x="44513" y="19532"/>
                  <a:pt x="35212" y="19532"/>
                </a:cubicBezTo>
                <a:cubicBezTo>
                  <a:pt x="20051" y="19532"/>
                  <a:pt x="6627" y="13284"/>
                  <a:pt x="0" y="9577"/>
                </a:cubicBezTo>
                <a:lnTo>
                  <a:pt x="0" y="92735"/>
                </a:lnTo>
                <a:lnTo>
                  <a:pt x="285299" y="92735"/>
                </a:lnTo>
                <a:lnTo>
                  <a:pt x="285299" y="4598"/>
                </a:lnTo>
                <a:cubicBezTo>
                  <a:pt x="279583" y="7357"/>
                  <a:pt x="263062" y="14635"/>
                  <a:pt x="247865" y="14635"/>
                </a:cubicBezTo>
                <a:cubicBezTo>
                  <a:pt x="246403" y="14635"/>
                  <a:pt x="244954" y="14567"/>
                  <a:pt x="243527" y="14422"/>
                </a:cubicBezTo>
                <a:cubicBezTo>
                  <a:pt x="230479" y="13083"/>
                  <a:pt x="216291" y="102"/>
                  <a:pt x="197847" y="102"/>
                </a:cubicBezTo>
                <a:cubicBezTo>
                  <a:pt x="193736" y="102"/>
                  <a:pt x="189415" y="747"/>
                  <a:pt x="184847" y="2309"/>
                </a:cubicBezTo>
                <a:cubicBezTo>
                  <a:pt x="172033" y="6683"/>
                  <a:pt x="159298" y="19934"/>
                  <a:pt x="141578" y="19934"/>
                </a:cubicBezTo>
                <a:cubicBezTo>
                  <a:pt x="133511" y="19934"/>
                  <a:pt x="124412" y="17189"/>
                  <a:pt x="113802" y="9610"/>
                </a:cubicBezTo>
                <a:cubicBezTo>
                  <a:pt x="113017" y="9042"/>
                  <a:pt x="112265" y="8424"/>
                  <a:pt x="111580" y="7739"/>
                </a:cubicBezTo>
                <a:cubicBezTo>
                  <a:pt x="109377" y="5586"/>
                  <a:pt x="102594" y="1"/>
                  <a:pt x="9165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 txBox="1"/>
          <p:nvPr>
            <p:ph idx="1" type="subTitle"/>
          </p:nvPr>
        </p:nvSpPr>
        <p:spPr>
          <a:xfrm>
            <a:off x="793225" y="3725748"/>
            <a:ext cx="2340000" cy="50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4" name="Google Shape;154;p26"/>
          <p:cNvSpPr txBox="1"/>
          <p:nvPr>
            <p:ph idx="2" type="subTitle"/>
          </p:nvPr>
        </p:nvSpPr>
        <p:spPr>
          <a:xfrm>
            <a:off x="1059475" y="3519813"/>
            <a:ext cx="18075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6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9pPr>
          </a:lstStyle>
          <a:p/>
        </p:txBody>
      </p:sp>
      <p:sp>
        <p:nvSpPr>
          <p:cNvPr id="155" name="Google Shape;155;p26"/>
          <p:cNvSpPr txBox="1"/>
          <p:nvPr>
            <p:ph idx="3" type="subTitle"/>
          </p:nvPr>
        </p:nvSpPr>
        <p:spPr>
          <a:xfrm>
            <a:off x="3402000" y="3725748"/>
            <a:ext cx="2340000" cy="50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6" name="Google Shape;156;p26"/>
          <p:cNvSpPr txBox="1"/>
          <p:nvPr>
            <p:ph idx="4" type="subTitle"/>
          </p:nvPr>
        </p:nvSpPr>
        <p:spPr>
          <a:xfrm>
            <a:off x="3684600" y="3519813"/>
            <a:ext cx="17748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6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9pPr>
          </a:lstStyle>
          <a:p/>
        </p:txBody>
      </p:sp>
      <p:sp>
        <p:nvSpPr>
          <p:cNvPr id="157" name="Google Shape;157;p26"/>
          <p:cNvSpPr txBox="1"/>
          <p:nvPr>
            <p:ph idx="5" type="subTitle"/>
          </p:nvPr>
        </p:nvSpPr>
        <p:spPr>
          <a:xfrm>
            <a:off x="6059938" y="3725748"/>
            <a:ext cx="2340000" cy="50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8" name="Google Shape;158;p26"/>
          <p:cNvSpPr txBox="1"/>
          <p:nvPr>
            <p:ph idx="6" type="subTitle"/>
          </p:nvPr>
        </p:nvSpPr>
        <p:spPr>
          <a:xfrm>
            <a:off x="6342538" y="3519813"/>
            <a:ext cx="17748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6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9pPr>
          </a:lstStyle>
          <a:p/>
        </p:txBody>
      </p:sp>
      <p:sp>
        <p:nvSpPr>
          <p:cNvPr id="159" name="Google Shape;159;p26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7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720000" y="1767600"/>
            <a:ext cx="3006000" cy="178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/>
        </p:txBody>
      </p:sp>
      <p:grpSp>
        <p:nvGrpSpPr>
          <p:cNvPr id="162" name="Google Shape;162;p27"/>
          <p:cNvGrpSpPr/>
          <p:nvPr/>
        </p:nvGrpSpPr>
        <p:grpSpPr>
          <a:xfrm>
            <a:off x="3967396" y="0"/>
            <a:ext cx="5176554" cy="5143500"/>
            <a:chOff x="3967396" y="0"/>
            <a:chExt cx="5176554" cy="5143500"/>
          </a:xfrm>
        </p:grpSpPr>
        <p:sp>
          <p:nvSpPr>
            <p:cNvPr id="163" name="Google Shape;163;p27"/>
            <p:cNvSpPr/>
            <p:nvPr/>
          </p:nvSpPr>
          <p:spPr>
            <a:xfrm>
              <a:off x="6027550" y="0"/>
              <a:ext cx="3116400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3967396" y="50"/>
              <a:ext cx="2622823" cy="5143391"/>
            </a:xfrm>
            <a:custGeom>
              <a:rect b="b" l="l" r="r" t="t"/>
              <a:pathLst>
                <a:path extrusionOk="0" h="179776" w="196724">
                  <a:moveTo>
                    <a:pt x="52435" y="0"/>
                  </a:moveTo>
                  <a:cubicBezTo>
                    <a:pt x="59813" y="33745"/>
                    <a:pt x="33446" y="72359"/>
                    <a:pt x="21723" y="87453"/>
                  </a:cubicBezTo>
                  <a:cubicBezTo>
                    <a:pt x="14289" y="96947"/>
                    <a:pt x="9101" y="108015"/>
                    <a:pt x="6517" y="119794"/>
                  </a:cubicBezTo>
                  <a:cubicBezTo>
                    <a:pt x="0" y="149850"/>
                    <a:pt x="13615" y="170524"/>
                    <a:pt x="21798" y="179775"/>
                  </a:cubicBezTo>
                  <a:lnTo>
                    <a:pt x="196724" y="179775"/>
                  </a:lnTo>
                  <a:lnTo>
                    <a:pt x="1967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8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/>
          <p:nvPr/>
        </p:nvSpPr>
        <p:spPr>
          <a:xfrm>
            <a:off x="4037260" y="-1336"/>
            <a:ext cx="5120643" cy="5144204"/>
          </a:xfrm>
          <a:custGeom>
            <a:rect b="b" l="l" r="r" t="t"/>
            <a:pathLst>
              <a:path extrusionOk="0" h="200867" w="199947">
                <a:moveTo>
                  <a:pt x="8140" y="0"/>
                </a:moveTo>
                <a:cubicBezTo>
                  <a:pt x="22703" y="14521"/>
                  <a:pt x="1" y="22367"/>
                  <a:pt x="1" y="58189"/>
                </a:cubicBezTo>
                <a:cubicBezTo>
                  <a:pt x="1" y="80681"/>
                  <a:pt x="25381" y="92985"/>
                  <a:pt x="32809" y="100559"/>
                </a:cubicBezTo>
                <a:cubicBezTo>
                  <a:pt x="35801" y="103614"/>
                  <a:pt x="35487" y="108740"/>
                  <a:pt x="34043" y="113783"/>
                </a:cubicBezTo>
                <a:cubicBezTo>
                  <a:pt x="30884" y="124768"/>
                  <a:pt x="34692" y="136338"/>
                  <a:pt x="44233" y="144268"/>
                </a:cubicBezTo>
                <a:cubicBezTo>
                  <a:pt x="49025" y="148244"/>
                  <a:pt x="54820" y="152763"/>
                  <a:pt x="61620" y="157576"/>
                </a:cubicBezTo>
                <a:cubicBezTo>
                  <a:pt x="76978" y="168477"/>
                  <a:pt x="75618" y="188438"/>
                  <a:pt x="72877" y="200867"/>
                </a:cubicBezTo>
                <a:lnTo>
                  <a:pt x="199946" y="200867"/>
                </a:lnTo>
                <a:lnTo>
                  <a:pt x="19994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8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68" name="Google Shape;168;p28"/>
          <p:cNvSpPr txBox="1"/>
          <p:nvPr>
            <p:ph idx="1" type="subTitle"/>
          </p:nvPr>
        </p:nvSpPr>
        <p:spPr>
          <a:xfrm>
            <a:off x="1253400" y="1522769"/>
            <a:ext cx="2157600" cy="95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28"/>
          <p:cNvSpPr txBox="1"/>
          <p:nvPr>
            <p:ph idx="2" type="subTitle"/>
          </p:nvPr>
        </p:nvSpPr>
        <p:spPr>
          <a:xfrm>
            <a:off x="720000" y="2623819"/>
            <a:ext cx="2157600" cy="95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70" name="Google Shape;170;p28"/>
          <p:cNvSpPr txBox="1"/>
          <p:nvPr>
            <p:ph idx="3" type="subTitle"/>
          </p:nvPr>
        </p:nvSpPr>
        <p:spPr>
          <a:xfrm>
            <a:off x="720025" y="3446753"/>
            <a:ext cx="2157600" cy="7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1" name="Google Shape;171;p28"/>
          <p:cNvSpPr txBox="1"/>
          <p:nvPr>
            <p:ph idx="4" type="subTitle"/>
          </p:nvPr>
        </p:nvSpPr>
        <p:spPr>
          <a:xfrm>
            <a:off x="5732950" y="1522769"/>
            <a:ext cx="2157600" cy="95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28"/>
          <p:cNvSpPr txBox="1"/>
          <p:nvPr>
            <p:ph idx="5" type="subTitle"/>
          </p:nvPr>
        </p:nvSpPr>
        <p:spPr>
          <a:xfrm>
            <a:off x="6266375" y="2623819"/>
            <a:ext cx="2157600" cy="95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73" name="Google Shape;173;p28"/>
          <p:cNvSpPr txBox="1"/>
          <p:nvPr>
            <p:ph idx="6" type="subTitle"/>
          </p:nvPr>
        </p:nvSpPr>
        <p:spPr>
          <a:xfrm>
            <a:off x="6266400" y="3446753"/>
            <a:ext cx="2157600" cy="7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4" name="Google Shape;174;p28"/>
          <p:cNvSpPr txBox="1"/>
          <p:nvPr>
            <p:ph idx="7" type="subTitle"/>
          </p:nvPr>
        </p:nvSpPr>
        <p:spPr>
          <a:xfrm>
            <a:off x="1253425" y="2345703"/>
            <a:ext cx="2157600" cy="7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5" name="Google Shape;175;p28"/>
          <p:cNvSpPr txBox="1"/>
          <p:nvPr>
            <p:ph idx="8" type="subTitle"/>
          </p:nvPr>
        </p:nvSpPr>
        <p:spPr>
          <a:xfrm>
            <a:off x="5732975" y="2345703"/>
            <a:ext cx="2157600" cy="7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 2 ">
  <p:cSld name="CUSTOM_1_2_2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idx="1" type="subTitle"/>
          </p:nvPr>
        </p:nvSpPr>
        <p:spPr>
          <a:xfrm>
            <a:off x="902749" y="3033225"/>
            <a:ext cx="18075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8" name="Google Shape;178;p29"/>
          <p:cNvSpPr txBox="1"/>
          <p:nvPr>
            <p:ph idx="2" type="subTitle"/>
          </p:nvPr>
        </p:nvSpPr>
        <p:spPr>
          <a:xfrm>
            <a:off x="1081559" y="2737000"/>
            <a:ext cx="14499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9pPr>
          </a:lstStyle>
          <a:p/>
        </p:txBody>
      </p:sp>
      <p:sp>
        <p:nvSpPr>
          <p:cNvPr id="179" name="Google Shape;179;p29"/>
          <p:cNvSpPr txBox="1"/>
          <p:nvPr>
            <p:ph idx="3" type="subTitle"/>
          </p:nvPr>
        </p:nvSpPr>
        <p:spPr>
          <a:xfrm>
            <a:off x="2770000" y="3033225"/>
            <a:ext cx="18075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9"/>
          <p:cNvSpPr txBox="1"/>
          <p:nvPr>
            <p:ph idx="4" type="subTitle"/>
          </p:nvPr>
        </p:nvSpPr>
        <p:spPr>
          <a:xfrm>
            <a:off x="2948805" y="2737000"/>
            <a:ext cx="14499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5" type="subTitle"/>
          </p:nvPr>
        </p:nvSpPr>
        <p:spPr>
          <a:xfrm>
            <a:off x="4637250" y="3033225"/>
            <a:ext cx="18075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2" name="Google Shape;182;p29"/>
          <p:cNvSpPr txBox="1"/>
          <p:nvPr>
            <p:ph idx="6" type="subTitle"/>
          </p:nvPr>
        </p:nvSpPr>
        <p:spPr>
          <a:xfrm>
            <a:off x="4816050" y="2737000"/>
            <a:ext cx="14499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7" type="subTitle"/>
          </p:nvPr>
        </p:nvSpPr>
        <p:spPr>
          <a:xfrm>
            <a:off x="6504501" y="3033225"/>
            <a:ext cx="18075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4" name="Google Shape;184;p29"/>
          <p:cNvSpPr txBox="1"/>
          <p:nvPr>
            <p:ph idx="8" type="subTitle"/>
          </p:nvPr>
        </p:nvSpPr>
        <p:spPr>
          <a:xfrm>
            <a:off x="6683296" y="2737000"/>
            <a:ext cx="14499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86" name="Google Shape;186;p29"/>
          <p:cNvSpPr/>
          <p:nvPr/>
        </p:nvSpPr>
        <p:spPr>
          <a:xfrm>
            <a:off x="100" y="3640850"/>
            <a:ext cx="9143833" cy="1502771"/>
          </a:xfrm>
          <a:custGeom>
            <a:rect b="b" l="l" r="r" t="t"/>
            <a:pathLst>
              <a:path extrusionOk="0" h="92735" w="285299">
                <a:moveTo>
                  <a:pt x="91657" y="1"/>
                </a:moveTo>
                <a:cubicBezTo>
                  <a:pt x="84263" y="1"/>
                  <a:pt x="74970" y="2553"/>
                  <a:pt x="63910" y="10446"/>
                </a:cubicBezTo>
                <a:cubicBezTo>
                  <a:pt x="54469" y="17180"/>
                  <a:pt x="44513" y="19532"/>
                  <a:pt x="35212" y="19532"/>
                </a:cubicBezTo>
                <a:cubicBezTo>
                  <a:pt x="20051" y="19532"/>
                  <a:pt x="6627" y="13284"/>
                  <a:pt x="0" y="9577"/>
                </a:cubicBezTo>
                <a:lnTo>
                  <a:pt x="0" y="92735"/>
                </a:lnTo>
                <a:lnTo>
                  <a:pt x="285299" y="92735"/>
                </a:lnTo>
                <a:lnTo>
                  <a:pt x="285299" y="4598"/>
                </a:lnTo>
                <a:cubicBezTo>
                  <a:pt x="279583" y="7357"/>
                  <a:pt x="263062" y="14635"/>
                  <a:pt x="247865" y="14635"/>
                </a:cubicBezTo>
                <a:cubicBezTo>
                  <a:pt x="246403" y="14635"/>
                  <a:pt x="244954" y="14567"/>
                  <a:pt x="243527" y="14422"/>
                </a:cubicBezTo>
                <a:cubicBezTo>
                  <a:pt x="230479" y="13083"/>
                  <a:pt x="216291" y="102"/>
                  <a:pt x="197847" y="102"/>
                </a:cubicBezTo>
                <a:cubicBezTo>
                  <a:pt x="193736" y="102"/>
                  <a:pt x="189415" y="747"/>
                  <a:pt x="184847" y="2309"/>
                </a:cubicBezTo>
                <a:cubicBezTo>
                  <a:pt x="172033" y="6683"/>
                  <a:pt x="159298" y="19934"/>
                  <a:pt x="141578" y="19934"/>
                </a:cubicBezTo>
                <a:cubicBezTo>
                  <a:pt x="133511" y="19934"/>
                  <a:pt x="124412" y="17189"/>
                  <a:pt x="113802" y="9610"/>
                </a:cubicBezTo>
                <a:cubicBezTo>
                  <a:pt x="113017" y="9042"/>
                  <a:pt x="112265" y="8424"/>
                  <a:pt x="111580" y="7739"/>
                </a:cubicBezTo>
                <a:cubicBezTo>
                  <a:pt x="109377" y="5586"/>
                  <a:pt x="102594" y="1"/>
                  <a:pt x="9165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 3">
  <p:cSld name="CUSTOM_1_2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/>
          <p:nvPr/>
        </p:nvSpPr>
        <p:spPr>
          <a:xfrm flipH="1">
            <a:off x="5" y="38"/>
            <a:ext cx="7235662" cy="5143436"/>
          </a:xfrm>
          <a:custGeom>
            <a:rect b="b" l="l" r="r" t="t"/>
            <a:pathLst>
              <a:path extrusionOk="0" h="182764" w="257108">
                <a:moveTo>
                  <a:pt x="17630" y="0"/>
                </a:moveTo>
                <a:cubicBezTo>
                  <a:pt x="1" y="63663"/>
                  <a:pt x="62693" y="64710"/>
                  <a:pt x="124661" y="114342"/>
                </a:cubicBezTo>
                <a:cubicBezTo>
                  <a:pt x="171304" y="142613"/>
                  <a:pt x="167325" y="170351"/>
                  <a:pt x="162185" y="182764"/>
                </a:cubicBezTo>
                <a:lnTo>
                  <a:pt x="257107" y="182764"/>
                </a:lnTo>
                <a:lnTo>
                  <a:pt x="25710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0"/>
          <p:cNvSpPr txBox="1"/>
          <p:nvPr>
            <p:ph idx="1" type="subTitle"/>
          </p:nvPr>
        </p:nvSpPr>
        <p:spPr>
          <a:xfrm>
            <a:off x="2467999" y="2370675"/>
            <a:ext cx="18075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0" name="Google Shape;190;p30"/>
          <p:cNvSpPr txBox="1"/>
          <p:nvPr>
            <p:ph idx="2" type="subTitle"/>
          </p:nvPr>
        </p:nvSpPr>
        <p:spPr>
          <a:xfrm>
            <a:off x="2646809" y="2074450"/>
            <a:ext cx="14499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3" type="subTitle"/>
          </p:nvPr>
        </p:nvSpPr>
        <p:spPr>
          <a:xfrm>
            <a:off x="4868500" y="2370675"/>
            <a:ext cx="18075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2" name="Google Shape;192;p30"/>
          <p:cNvSpPr txBox="1"/>
          <p:nvPr>
            <p:ph idx="4" type="subTitle"/>
          </p:nvPr>
        </p:nvSpPr>
        <p:spPr>
          <a:xfrm>
            <a:off x="5047305" y="2074450"/>
            <a:ext cx="14499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5" type="subTitle"/>
          </p:nvPr>
        </p:nvSpPr>
        <p:spPr>
          <a:xfrm>
            <a:off x="2468000" y="4109012"/>
            <a:ext cx="18075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4" name="Google Shape;194;p30"/>
          <p:cNvSpPr txBox="1"/>
          <p:nvPr>
            <p:ph idx="6" type="subTitle"/>
          </p:nvPr>
        </p:nvSpPr>
        <p:spPr>
          <a:xfrm>
            <a:off x="2646800" y="3812787"/>
            <a:ext cx="14499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9pPr>
          </a:lstStyle>
          <a:p/>
        </p:txBody>
      </p:sp>
      <p:sp>
        <p:nvSpPr>
          <p:cNvPr id="195" name="Google Shape;195;p30"/>
          <p:cNvSpPr txBox="1"/>
          <p:nvPr>
            <p:ph idx="7" type="subTitle"/>
          </p:nvPr>
        </p:nvSpPr>
        <p:spPr>
          <a:xfrm>
            <a:off x="4868501" y="4109012"/>
            <a:ext cx="18075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30"/>
          <p:cNvSpPr txBox="1"/>
          <p:nvPr>
            <p:ph idx="8" type="subTitle"/>
          </p:nvPr>
        </p:nvSpPr>
        <p:spPr>
          <a:xfrm>
            <a:off x="5047296" y="3812787"/>
            <a:ext cx="14499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 u="none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nchez"/>
              <a:buNone/>
              <a:defRPr b="1" sz="1800">
                <a:latin typeface="Sanchez"/>
                <a:ea typeface="Sanchez"/>
                <a:cs typeface="Sanchez"/>
                <a:sym typeface="Sanchez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8" name="Google Shape;198;p30"/>
          <p:cNvSpPr txBox="1"/>
          <p:nvPr>
            <p:ph hasCustomPrompt="1" idx="9" type="title"/>
          </p:nvPr>
        </p:nvSpPr>
        <p:spPr>
          <a:xfrm>
            <a:off x="2901199" y="1431238"/>
            <a:ext cx="941100" cy="4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9" name="Google Shape;199;p30"/>
          <p:cNvSpPr txBox="1"/>
          <p:nvPr>
            <p:ph hasCustomPrompt="1" idx="13" type="title"/>
          </p:nvPr>
        </p:nvSpPr>
        <p:spPr>
          <a:xfrm>
            <a:off x="5301699" y="1431238"/>
            <a:ext cx="941100" cy="4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0" name="Google Shape;200;p30"/>
          <p:cNvSpPr txBox="1"/>
          <p:nvPr>
            <p:ph hasCustomPrompt="1" idx="14" type="title"/>
          </p:nvPr>
        </p:nvSpPr>
        <p:spPr>
          <a:xfrm>
            <a:off x="2934201" y="3169575"/>
            <a:ext cx="875100" cy="4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30"/>
          <p:cNvSpPr txBox="1"/>
          <p:nvPr>
            <p:ph hasCustomPrompt="1" idx="15" type="title"/>
          </p:nvPr>
        </p:nvSpPr>
        <p:spPr>
          <a:xfrm>
            <a:off x="5334701" y="3169575"/>
            <a:ext cx="875100" cy="4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4">
  <p:cSld name="CUSTOM_6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/>
          <p:nvPr/>
        </p:nvSpPr>
        <p:spPr>
          <a:xfrm>
            <a:off x="100" y="1237463"/>
            <a:ext cx="9143833" cy="1502771"/>
          </a:xfrm>
          <a:custGeom>
            <a:rect b="b" l="l" r="r" t="t"/>
            <a:pathLst>
              <a:path extrusionOk="0" h="92735" w="285299">
                <a:moveTo>
                  <a:pt x="91657" y="1"/>
                </a:moveTo>
                <a:cubicBezTo>
                  <a:pt x="84263" y="1"/>
                  <a:pt x="74970" y="2553"/>
                  <a:pt x="63910" y="10446"/>
                </a:cubicBezTo>
                <a:cubicBezTo>
                  <a:pt x="54469" y="17180"/>
                  <a:pt x="44513" y="19532"/>
                  <a:pt x="35212" y="19532"/>
                </a:cubicBezTo>
                <a:cubicBezTo>
                  <a:pt x="20051" y="19532"/>
                  <a:pt x="6627" y="13284"/>
                  <a:pt x="0" y="9577"/>
                </a:cubicBezTo>
                <a:lnTo>
                  <a:pt x="0" y="92735"/>
                </a:lnTo>
                <a:lnTo>
                  <a:pt x="285299" y="92735"/>
                </a:lnTo>
                <a:lnTo>
                  <a:pt x="285299" y="4598"/>
                </a:lnTo>
                <a:cubicBezTo>
                  <a:pt x="279583" y="7357"/>
                  <a:pt x="263062" y="14635"/>
                  <a:pt x="247865" y="14635"/>
                </a:cubicBezTo>
                <a:cubicBezTo>
                  <a:pt x="246403" y="14635"/>
                  <a:pt x="244954" y="14567"/>
                  <a:pt x="243527" y="14422"/>
                </a:cubicBezTo>
                <a:cubicBezTo>
                  <a:pt x="230479" y="13083"/>
                  <a:pt x="216291" y="102"/>
                  <a:pt x="197847" y="102"/>
                </a:cubicBezTo>
                <a:cubicBezTo>
                  <a:pt x="193736" y="102"/>
                  <a:pt x="189415" y="747"/>
                  <a:pt x="184847" y="2309"/>
                </a:cubicBezTo>
                <a:cubicBezTo>
                  <a:pt x="172033" y="6683"/>
                  <a:pt x="159298" y="19934"/>
                  <a:pt x="141578" y="19934"/>
                </a:cubicBezTo>
                <a:cubicBezTo>
                  <a:pt x="133511" y="19934"/>
                  <a:pt x="124412" y="17189"/>
                  <a:pt x="113802" y="9610"/>
                </a:cubicBezTo>
                <a:cubicBezTo>
                  <a:pt x="113017" y="9042"/>
                  <a:pt x="112265" y="8424"/>
                  <a:pt x="111580" y="7739"/>
                </a:cubicBezTo>
                <a:cubicBezTo>
                  <a:pt x="109377" y="5586"/>
                  <a:pt x="102594" y="1"/>
                  <a:pt x="9165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1"/>
          <p:cNvSpPr/>
          <p:nvPr/>
        </p:nvSpPr>
        <p:spPr>
          <a:xfrm>
            <a:off x="0" y="2633525"/>
            <a:ext cx="9144000" cy="251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2482359" y="2271786"/>
            <a:ext cx="1794000" cy="4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9pPr>
          </a:lstStyle>
          <a:p/>
        </p:txBody>
      </p:sp>
      <p:sp>
        <p:nvSpPr>
          <p:cNvPr id="206" name="Google Shape;206;p31"/>
          <p:cNvSpPr txBox="1"/>
          <p:nvPr>
            <p:ph idx="2" type="subTitle"/>
          </p:nvPr>
        </p:nvSpPr>
        <p:spPr>
          <a:xfrm>
            <a:off x="5750016" y="3618711"/>
            <a:ext cx="1794000" cy="4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9pPr>
          </a:lstStyle>
          <a:p/>
        </p:txBody>
      </p:sp>
      <p:sp>
        <p:nvSpPr>
          <p:cNvPr id="207" name="Google Shape;207;p31"/>
          <p:cNvSpPr txBox="1"/>
          <p:nvPr>
            <p:ph idx="3" type="subTitle"/>
          </p:nvPr>
        </p:nvSpPr>
        <p:spPr>
          <a:xfrm>
            <a:off x="2482359" y="2015905"/>
            <a:ext cx="15552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9pPr>
          </a:lstStyle>
          <a:p/>
        </p:txBody>
      </p:sp>
      <p:sp>
        <p:nvSpPr>
          <p:cNvPr id="208" name="Google Shape;208;p31"/>
          <p:cNvSpPr txBox="1"/>
          <p:nvPr>
            <p:ph idx="4" type="subTitle"/>
          </p:nvPr>
        </p:nvSpPr>
        <p:spPr>
          <a:xfrm>
            <a:off x="5750017" y="3362830"/>
            <a:ext cx="15552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9pPr>
          </a:lstStyle>
          <a:p/>
        </p:txBody>
      </p:sp>
      <p:sp>
        <p:nvSpPr>
          <p:cNvPr id="209" name="Google Shape;209;p31"/>
          <p:cNvSpPr txBox="1"/>
          <p:nvPr>
            <p:ph idx="5" type="subTitle"/>
          </p:nvPr>
        </p:nvSpPr>
        <p:spPr>
          <a:xfrm>
            <a:off x="2482359" y="3618711"/>
            <a:ext cx="1794000" cy="4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9pPr>
          </a:lstStyle>
          <a:p/>
        </p:txBody>
      </p:sp>
      <p:sp>
        <p:nvSpPr>
          <p:cNvPr id="210" name="Google Shape;210;p31"/>
          <p:cNvSpPr txBox="1"/>
          <p:nvPr>
            <p:ph idx="6" type="subTitle"/>
          </p:nvPr>
        </p:nvSpPr>
        <p:spPr>
          <a:xfrm>
            <a:off x="5750009" y="2271786"/>
            <a:ext cx="1794000" cy="4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200"/>
            </a:lvl9pPr>
          </a:lstStyle>
          <a:p/>
        </p:txBody>
      </p:sp>
      <p:sp>
        <p:nvSpPr>
          <p:cNvPr id="211" name="Google Shape;211;p31"/>
          <p:cNvSpPr txBox="1"/>
          <p:nvPr>
            <p:ph idx="7" type="subTitle"/>
          </p:nvPr>
        </p:nvSpPr>
        <p:spPr>
          <a:xfrm>
            <a:off x="2482350" y="3362830"/>
            <a:ext cx="15552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9pPr>
          </a:lstStyle>
          <a:p/>
        </p:txBody>
      </p:sp>
      <p:sp>
        <p:nvSpPr>
          <p:cNvPr id="212" name="Google Shape;212;p31"/>
          <p:cNvSpPr txBox="1"/>
          <p:nvPr>
            <p:ph idx="8" type="subTitle"/>
          </p:nvPr>
        </p:nvSpPr>
        <p:spPr>
          <a:xfrm>
            <a:off x="5750009" y="2015905"/>
            <a:ext cx="1555200" cy="2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erriweather Sans ExtraBold"/>
              <a:buNone/>
              <a:defRPr sz="1800">
                <a:latin typeface="Merriweather Sans ExtraBold"/>
                <a:ea typeface="Merriweather Sans ExtraBold"/>
                <a:cs typeface="Merriweather Sans ExtraBold"/>
                <a:sym typeface="Merriweather Sans ExtraBold"/>
              </a:defRPr>
            </a:lvl9pPr>
          </a:lstStyle>
          <a:p/>
        </p:txBody>
      </p:sp>
      <p:sp>
        <p:nvSpPr>
          <p:cNvPr id="213" name="Google Shape;213;p31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9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/>
          <p:nvPr/>
        </p:nvSpPr>
        <p:spPr>
          <a:xfrm>
            <a:off x="871" y="1440"/>
            <a:ext cx="7755267" cy="5140884"/>
          </a:xfrm>
          <a:custGeom>
            <a:rect b="b" l="l" r="r" t="t"/>
            <a:pathLst>
              <a:path extrusionOk="0" h="160402" w="241974">
                <a:moveTo>
                  <a:pt x="185699" y="0"/>
                </a:moveTo>
                <a:cubicBezTo>
                  <a:pt x="183042" y="5982"/>
                  <a:pt x="178565" y="11562"/>
                  <a:pt x="165515" y="12849"/>
                </a:cubicBezTo>
                <a:cubicBezTo>
                  <a:pt x="156710" y="14102"/>
                  <a:pt x="149057" y="15856"/>
                  <a:pt x="142390" y="17912"/>
                </a:cubicBezTo>
                <a:cubicBezTo>
                  <a:pt x="119667" y="24946"/>
                  <a:pt x="102290" y="43392"/>
                  <a:pt x="96342" y="66416"/>
                </a:cubicBezTo>
                <a:cubicBezTo>
                  <a:pt x="92031" y="83075"/>
                  <a:pt x="82106" y="95456"/>
                  <a:pt x="72014" y="104211"/>
                </a:cubicBezTo>
                <a:cubicBezTo>
                  <a:pt x="61521" y="113317"/>
                  <a:pt x="48104" y="120151"/>
                  <a:pt x="33116" y="124077"/>
                </a:cubicBezTo>
                <a:cubicBezTo>
                  <a:pt x="18363" y="127937"/>
                  <a:pt x="7686" y="132231"/>
                  <a:pt x="0" y="136559"/>
                </a:cubicBezTo>
                <a:lnTo>
                  <a:pt x="0" y="160402"/>
                </a:lnTo>
                <a:lnTo>
                  <a:pt x="156509" y="160402"/>
                </a:lnTo>
                <a:cubicBezTo>
                  <a:pt x="166401" y="149508"/>
                  <a:pt x="177445" y="130377"/>
                  <a:pt x="172516" y="101822"/>
                </a:cubicBezTo>
                <a:cubicBezTo>
                  <a:pt x="164212" y="53618"/>
                  <a:pt x="218465" y="34570"/>
                  <a:pt x="218465" y="34570"/>
                </a:cubicBezTo>
                <a:cubicBezTo>
                  <a:pt x="218465" y="34570"/>
                  <a:pt x="238832" y="32264"/>
                  <a:pt x="2419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2"/>
          <p:cNvSpPr txBox="1"/>
          <p:nvPr>
            <p:ph type="title"/>
          </p:nvPr>
        </p:nvSpPr>
        <p:spPr>
          <a:xfrm>
            <a:off x="720000" y="2667600"/>
            <a:ext cx="3852300" cy="87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9pPr>
          </a:lstStyle>
          <a:p/>
        </p:txBody>
      </p:sp>
      <p:sp>
        <p:nvSpPr>
          <p:cNvPr id="217" name="Google Shape;217;p32"/>
          <p:cNvSpPr txBox="1"/>
          <p:nvPr>
            <p:ph idx="1" type="subTitle"/>
          </p:nvPr>
        </p:nvSpPr>
        <p:spPr>
          <a:xfrm>
            <a:off x="720300" y="3533700"/>
            <a:ext cx="3851700" cy="27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9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/>
          <p:nvPr/>
        </p:nvSpPr>
        <p:spPr>
          <a:xfrm>
            <a:off x="1908130" y="7900"/>
            <a:ext cx="7235662" cy="5143436"/>
          </a:xfrm>
          <a:custGeom>
            <a:rect b="b" l="l" r="r" t="t"/>
            <a:pathLst>
              <a:path extrusionOk="0" h="182764" w="257108">
                <a:moveTo>
                  <a:pt x="17630" y="0"/>
                </a:moveTo>
                <a:cubicBezTo>
                  <a:pt x="1" y="63663"/>
                  <a:pt x="62693" y="64710"/>
                  <a:pt x="124661" y="114342"/>
                </a:cubicBezTo>
                <a:cubicBezTo>
                  <a:pt x="171304" y="142613"/>
                  <a:pt x="167325" y="170351"/>
                  <a:pt x="162185" y="182764"/>
                </a:cubicBezTo>
                <a:lnTo>
                  <a:pt x="257107" y="182764"/>
                </a:lnTo>
                <a:lnTo>
                  <a:pt x="25710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3"/>
          <p:cNvSpPr txBox="1"/>
          <p:nvPr>
            <p:ph idx="1" type="subTitle"/>
          </p:nvPr>
        </p:nvSpPr>
        <p:spPr>
          <a:xfrm>
            <a:off x="1253450" y="3716146"/>
            <a:ext cx="2157600" cy="40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21" name="Google Shape;221;p33"/>
          <p:cNvSpPr txBox="1"/>
          <p:nvPr>
            <p:ph idx="2" type="subTitle"/>
          </p:nvPr>
        </p:nvSpPr>
        <p:spPr>
          <a:xfrm>
            <a:off x="5732950" y="3716146"/>
            <a:ext cx="2157600" cy="40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22" name="Google Shape;222;p33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3" name="Google Shape;223;p33"/>
          <p:cNvSpPr txBox="1"/>
          <p:nvPr>
            <p:ph idx="3" type="subTitle"/>
          </p:nvPr>
        </p:nvSpPr>
        <p:spPr>
          <a:xfrm>
            <a:off x="1405800" y="1403517"/>
            <a:ext cx="2157600" cy="40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24" name="Google Shape;224;p33"/>
          <p:cNvSpPr txBox="1"/>
          <p:nvPr>
            <p:ph idx="4" type="subTitle"/>
          </p:nvPr>
        </p:nvSpPr>
        <p:spPr>
          <a:xfrm>
            <a:off x="948600" y="2547783"/>
            <a:ext cx="2157600" cy="40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25" name="Google Shape;225;p33"/>
          <p:cNvSpPr txBox="1"/>
          <p:nvPr>
            <p:ph idx="5" type="subTitle"/>
          </p:nvPr>
        </p:nvSpPr>
        <p:spPr>
          <a:xfrm>
            <a:off x="948625" y="2812258"/>
            <a:ext cx="2157600" cy="5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26" name="Google Shape;226;p33"/>
          <p:cNvSpPr txBox="1"/>
          <p:nvPr>
            <p:ph idx="6" type="subTitle"/>
          </p:nvPr>
        </p:nvSpPr>
        <p:spPr>
          <a:xfrm>
            <a:off x="5580550" y="1403392"/>
            <a:ext cx="2157600" cy="40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27" name="Google Shape;227;p33"/>
          <p:cNvSpPr txBox="1"/>
          <p:nvPr>
            <p:ph idx="7" type="subTitle"/>
          </p:nvPr>
        </p:nvSpPr>
        <p:spPr>
          <a:xfrm>
            <a:off x="6037775" y="2547775"/>
            <a:ext cx="2157600" cy="40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28" name="Google Shape;228;p33"/>
          <p:cNvSpPr txBox="1"/>
          <p:nvPr>
            <p:ph idx="8" type="subTitle"/>
          </p:nvPr>
        </p:nvSpPr>
        <p:spPr>
          <a:xfrm>
            <a:off x="6037800" y="2812255"/>
            <a:ext cx="2157600" cy="5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29" name="Google Shape;229;p33"/>
          <p:cNvSpPr txBox="1"/>
          <p:nvPr>
            <p:ph idx="9" type="subTitle"/>
          </p:nvPr>
        </p:nvSpPr>
        <p:spPr>
          <a:xfrm>
            <a:off x="1405825" y="1667997"/>
            <a:ext cx="2157600" cy="5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30" name="Google Shape;230;p33"/>
          <p:cNvSpPr txBox="1"/>
          <p:nvPr>
            <p:ph idx="13" type="subTitle"/>
          </p:nvPr>
        </p:nvSpPr>
        <p:spPr>
          <a:xfrm>
            <a:off x="5580575" y="1667997"/>
            <a:ext cx="2157600" cy="5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31" name="Google Shape;231;p33"/>
          <p:cNvSpPr txBox="1"/>
          <p:nvPr>
            <p:ph idx="14" type="subTitle"/>
          </p:nvPr>
        </p:nvSpPr>
        <p:spPr>
          <a:xfrm>
            <a:off x="1253425" y="3980626"/>
            <a:ext cx="2157600" cy="5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32" name="Google Shape;232;p33"/>
          <p:cNvSpPr txBox="1"/>
          <p:nvPr>
            <p:ph idx="15" type="subTitle"/>
          </p:nvPr>
        </p:nvSpPr>
        <p:spPr>
          <a:xfrm>
            <a:off x="5732975" y="3980626"/>
            <a:ext cx="2157600" cy="5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 2">
  <p:cSld name="CUSTOM_8_1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34"/>
          <p:cNvGrpSpPr/>
          <p:nvPr/>
        </p:nvGrpSpPr>
        <p:grpSpPr>
          <a:xfrm>
            <a:off x="0" y="50"/>
            <a:ext cx="5500374" cy="5145750"/>
            <a:chOff x="0" y="50"/>
            <a:chExt cx="5500374" cy="5145750"/>
          </a:xfrm>
        </p:grpSpPr>
        <p:sp>
          <p:nvSpPr>
            <p:cNvPr id="235" name="Google Shape;235;p34"/>
            <p:cNvSpPr/>
            <p:nvPr/>
          </p:nvSpPr>
          <p:spPr>
            <a:xfrm>
              <a:off x="0" y="2300"/>
              <a:ext cx="2894700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4"/>
            <p:cNvSpPr/>
            <p:nvPr/>
          </p:nvSpPr>
          <p:spPr>
            <a:xfrm flipH="1">
              <a:off x="2877551" y="50"/>
              <a:ext cx="2622823" cy="5143391"/>
            </a:xfrm>
            <a:custGeom>
              <a:rect b="b" l="l" r="r" t="t"/>
              <a:pathLst>
                <a:path extrusionOk="0" h="179776" w="196724">
                  <a:moveTo>
                    <a:pt x="52435" y="0"/>
                  </a:moveTo>
                  <a:cubicBezTo>
                    <a:pt x="59813" y="33745"/>
                    <a:pt x="33446" y="72359"/>
                    <a:pt x="21723" y="87453"/>
                  </a:cubicBezTo>
                  <a:cubicBezTo>
                    <a:pt x="14289" y="96947"/>
                    <a:pt x="9101" y="108015"/>
                    <a:pt x="6517" y="119794"/>
                  </a:cubicBezTo>
                  <a:cubicBezTo>
                    <a:pt x="0" y="149850"/>
                    <a:pt x="13615" y="170524"/>
                    <a:pt x="21798" y="179775"/>
                  </a:cubicBezTo>
                  <a:lnTo>
                    <a:pt x="196724" y="179775"/>
                  </a:lnTo>
                  <a:lnTo>
                    <a:pt x="1967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" name="Google Shape;237;p34"/>
          <p:cNvSpPr txBox="1"/>
          <p:nvPr>
            <p:ph idx="1" type="subTitle"/>
          </p:nvPr>
        </p:nvSpPr>
        <p:spPr>
          <a:xfrm>
            <a:off x="949267" y="1868157"/>
            <a:ext cx="1885800" cy="4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9pPr>
          </a:lstStyle>
          <a:p/>
        </p:txBody>
      </p:sp>
      <p:sp>
        <p:nvSpPr>
          <p:cNvPr id="238" name="Google Shape;238;p34"/>
          <p:cNvSpPr txBox="1"/>
          <p:nvPr>
            <p:ph idx="2" type="subTitle"/>
          </p:nvPr>
        </p:nvSpPr>
        <p:spPr>
          <a:xfrm>
            <a:off x="889575" y="2167041"/>
            <a:ext cx="2005200" cy="4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9" name="Google Shape;239;p34"/>
          <p:cNvSpPr txBox="1"/>
          <p:nvPr>
            <p:ph idx="3" type="subTitle"/>
          </p:nvPr>
        </p:nvSpPr>
        <p:spPr>
          <a:xfrm>
            <a:off x="949267" y="3761818"/>
            <a:ext cx="1885800" cy="4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9pPr>
          </a:lstStyle>
          <a:p/>
        </p:txBody>
      </p:sp>
      <p:sp>
        <p:nvSpPr>
          <p:cNvPr id="240" name="Google Shape;240;p34"/>
          <p:cNvSpPr txBox="1"/>
          <p:nvPr>
            <p:ph idx="4" type="subTitle"/>
          </p:nvPr>
        </p:nvSpPr>
        <p:spPr>
          <a:xfrm>
            <a:off x="889575" y="4060680"/>
            <a:ext cx="2005200" cy="4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41" name="Google Shape;241;p34"/>
          <p:cNvSpPr txBox="1"/>
          <p:nvPr>
            <p:ph idx="5" type="subTitle"/>
          </p:nvPr>
        </p:nvSpPr>
        <p:spPr>
          <a:xfrm>
            <a:off x="3569412" y="2167041"/>
            <a:ext cx="2005200" cy="4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42" name="Google Shape;242;p34"/>
          <p:cNvSpPr txBox="1"/>
          <p:nvPr>
            <p:ph idx="6" type="subTitle"/>
          </p:nvPr>
        </p:nvSpPr>
        <p:spPr>
          <a:xfrm>
            <a:off x="3629092" y="3761818"/>
            <a:ext cx="1885800" cy="4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9pPr>
          </a:lstStyle>
          <a:p/>
        </p:txBody>
      </p:sp>
      <p:sp>
        <p:nvSpPr>
          <p:cNvPr id="243" name="Google Shape;243;p34"/>
          <p:cNvSpPr txBox="1"/>
          <p:nvPr>
            <p:ph idx="7" type="subTitle"/>
          </p:nvPr>
        </p:nvSpPr>
        <p:spPr>
          <a:xfrm>
            <a:off x="3569412" y="4060680"/>
            <a:ext cx="2005200" cy="4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44" name="Google Shape;244;p34"/>
          <p:cNvSpPr txBox="1"/>
          <p:nvPr>
            <p:ph idx="8" type="subTitle"/>
          </p:nvPr>
        </p:nvSpPr>
        <p:spPr>
          <a:xfrm>
            <a:off x="6308917" y="1868157"/>
            <a:ext cx="1885800" cy="4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9pPr>
          </a:lstStyle>
          <a:p/>
        </p:txBody>
      </p:sp>
      <p:sp>
        <p:nvSpPr>
          <p:cNvPr id="245" name="Google Shape;245;p34"/>
          <p:cNvSpPr txBox="1"/>
          <p:nvPr>
            <p:ph idx="9" type="subTitle"/>
          </p:nvPr>
        </p:nvSpPr>
        <p:spPr>
          <a:xfrm>
            <a:off x="6249273" y="2167041"/>
            <a:ext cx="2005200" cy="4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46" name="Google Shape;246;p34"/>
          <p:cNvSpPr txBox="1"/>
          <p:nvPr>
            <p:ph idx="13" type="subTitle"/>
          </p:nvPr>
        </p:nvSpPr>
        <p:spPr>
          <a:xfrm>
            <a:off x="6308917" y="3761818"/>
            <a:ext cx="1885800" cy="4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9pPr>
          </a:lstStyle>
          <a:p/>
        </p:txBody>
      </p:sp>
      <p:sp>
        <p:nvSpPr>
          <p:cNvPr id="247" name="Google Shape;247;p34"/>
          <p:cNvSpPr txBox="1"/>
          <p:nvPr>
            <p:ph idx="14" type="subTitle"/>
          </p:nvPr>
        </p:nvSpPr>
        <p:spPr>
          <a:xfrm>
            <a:off x="6249273" y="4060680"/>
            <a:ext cx="2005200" cy="4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48" name="Google Shape;248;p34"/>
          <p:cNvSpPr txBox="1"/>
          <p:nvPr>
            <p:ph idx="15" type="subTitle"/>
          </p:nvPr>
        </p:nvSpPr>
        <p:spPr>
          <a:xfrm>
            <a:off x="3629117" y="1868157"/>
            <a:ext cx="1885800" cy="4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 sz="1600"/>
            </a:lvl9pPr>
          </a:lstStyle>
          <a:p/>
        </p:txBody>
      </p:sp>
      <p:sp>
        <p:nvSpPr>
          <p:cNvPr id="249" name="Google Shape;249;p34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5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2" name="Google Shape;252;p35"/>
          <p:cNvSpPr/>
          <p:nvPr/>
        </p:nvSpPr>
        <p:spPr>
          <a:xfrm>
            <a:off x="-100" y="3932725"/>
            <a:ext cx="9144000" cy="121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25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5" name="Google Shape;255;p36"/>
          <p:cNvSpPr/>
          <p:nvPr/>
        </p:nvSpPr>
        <p:spPr>
          <a:xfrm>
            <a:off x="-1043" y="2175358"/>
            <a:ext cx="9143833" cy="2972157"/>
          </a:xfrm>
          <a:custGeom>
            <a:rect b="b" l="l" r="r" t="t"/>
            <a:pathLst>
              <a:path extrusionOk="0" h="92735" w="285299">
                <a:moveTo>
                  <a:pt x="91657" y="1"/>
                </a:moveTo>
                <a:cubicBezTo>
                  <a:pt x="84263" y="1"/>
                  <a:pt x="74970" y="2553"/>
                  <a:pt x="63910" y="10446"/>
                </a:cubicBezTo>
                <a:cubicBezTo>
                  <a:pt x="54469" y="17180"/>
                  <a:pt x="44513" y="19532"/>
                  <a:pt x="35212" y="19532"/>
                </a:cubicBezTo>
                <a:cubicBezTo>
                  <a:pt x="20051" y="19532"/>
                  <a:pt x="6627" y="13284"/>
                  <a:pt x="0" y="9577"/>
                </a:cubicBezTo>
                <a:lnTo>
                  <a:pt x="0" y="92735"/>
                </a:lnTo>
                <a:lnTo>
                  <a:pt x="285299" y="92735"/>
                </a:lnTo>
                <a:lnTo>
                  <a:pt x="285299" y="4598"/>
                </a:lnTo>
                <a:cubicBezTo>
                  <a:pt x="279583" y="7357"/>
                  <a:pt x="263062" y="14635"/>
                  <a:pt x="247865" y="14635"/>
                </a:cubicBezTo>
                <a:cubicBezTo>
                  <a:pt x="246403" y="14635"/>
                  <a:pt x="244954" y="14567"/>
                  <a:pt x="243527" y="14422"/>
                </a:cubicBezTo>
                <a:cubicBezTo>
                  <a:pt x="230479" y="13083"/>
                  <a:pt x="216291" y="102"/>
                  <a:pt x="197847" y="102"/>
                </a:cubicBezTo>
                <a:cubicBezTo>
                  <a:pt x="193736" y="102"/>
                  <a:pt x="189415" y="747"/>
                  <a:pt x="184847" y="2309"/>
                </a:cubicBezTo>
                <a:cubicBezTo>
                  <a:pt x="172033" y="6683"/>
                  <a:pt x="159298" y="19934"/>
                  <a:pt x="141578" y="19934"/>
                </a:cubicBezTo>
                <a:cubicBezTo>
                  <a:pt x="133511" y="19934"/>
                  <a:pt x="124412" y="17189"/>
                  <a:pt x="113802" y="9610"/>
                </a:cubicBezTo>
                <a:cubicBezTo>
                  <a:pt x="113017" y="9042"/>
                  <a:pt x="112265" y="8424"/>
                  <a:pt x="111580" y="7739"/>
                </a:cubicBezTo>
                <a:cubicBezTo>
                  <a:pt x="109377" y="5586"/>
                  <a:pt x="102594" y="1"/>
                  <a:pt x="9165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6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8" name="Google Shape;258;p37"/>
          <p:cNvSpPr/>
          <p:nvPr/>
        </p:nvSpPr>
        <p:spPr>
          <a:xfrm flipH="1">
            <a:off x="5753048" y="-1750"/>
            <a:ext cx="3390877" cy="1567690"/>
          </a:xfrm>
          <a:custGeom>
            <a:rect b="b" l="l" r="r" t="t"/>
            <a:pathLst>
              <a:path extrusionOk="0" h="48739" w="110461">
                <a:moveTo>
                  <a:pt x="0" y="0"/>
                </a:moveTo>
                <a:lnTo>
                  <a:pt x="0" y="48739"/>
                </a:lnTo>
                <a:cubicBezTo>
                  <a:pt x="7937" y="47001"/>
                  <a:pt x="16775" y="43008"/>
                  <a:pt x="22857" y="34319"/>
                </a:cubicBezTo>
                <a:cubicBezTo>
                  <a:pt x="29588" y="24706"/>
                  <a:pt x="36440" y="22269"/>
                  <a:pt x="41658" y="22269"/>
                </a:cubicBezTo>
                <a:cubicBezTo>
                  <a:pt x="47023" y="22269"/>
                  <a:pt x="50660" y="24846"/>
                  <a:pt x="50660" y="24846"/>
                </a:cubicBezTo>
                <a:cubicBezTo>
                  <a:pt x="58170" y="26870"/>
                  <a:pt x="64777" y="27741"/>
                  <a:pt x="70588" y="27741"/>
                </a:cubicBezTo>
                <a:cubicBezTo>
                  <a:pt x="97243" y="27741"/>
                  <a:pt x="107141" y="9411"/>
                  <a:pt x="1104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7"/>
          <p:cNvSpPr/>
          <p:nvPr/>
        </p:nvSpPr>
        <p:spPr>
          <a:xfrm flipH="1">
            <a:off x="-502" y="2776474"/>
            <a:ext cx="1833602" cy="2344223"/>
          </a:xfrm>
          <a:custGeom>
            <a:rect b="b" l="l" r="r" t="t"/>
            <a:pathLst>
              <a:path extrusionOk="0" h="85665" w="60202">
                <a:moveTo>
                  <a:pt x="60202" y="0"/>
                </a:moveTo>
                <a:cubicBezTo>
                  <a:pt x="53652" y="5330"/>
                  <a:pt x="41004" y="18096"/>
                  <a:pt x="42825" y="35756"/>
                </a:cubicBezTo>
                <a:cubicBezTo>
                  <a:pt x="45248" y="59449"/>
                  <a:pt x="28004" y="61120"/>
                  <a:pt x="28004" y="61120"/>
                </a:cubicBezTo>
                <a:cubicBezTo>
                  <a:pt x="12800" y="68472"/>
                  <a:pt x="4362" y="77143"/>
                  <a:pt x="1" y="85665"/>
                </a:cubicBezTo>
                <a:lnTo>
                  <a:pt x="60202" y="85665"/>
                </a:lnTo>
                <a:lnTo>
                  <a:pt x="6020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2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/>
          <p:nvPr/>
        </p:nvSpPr>
        <p:spPr>
          <a:xfrm>
            <a:off x="3251425" y="1450"/>
            <a:ext cx="5887723" cy="5143290"/>
          </a:xfrm>
          <a:custGeom>
            <a:rect b="b" l="l" r="r" t="t"/>
            <a:pathLst>
              <a:path extrusionOk="0" h="178664" w="214099">
                <a:moveTo>
                  <a:pt x="7091" y="0"/>
                </a:moveTo>
                <a:cubicBezTo>
                  <a:pt x="3294" y="9417"/>
                  <a:pt x="0" y="23319"/>
                  <a:pt x="6589" y="35137"/>
                </a:cubicBezTo>
                <a:cubicBezTo>
                  <a:pt x="17755" y="55144"/>
                  <a:pt x="42414" y="57935"/>
                  <a:pt x="39157" y="81664"/>
                </a:cubicBezTo>
                <a:cubicBezTo>
                  <a:pt x="35901" y="105393"/>
                  <a:pt x="29852" y="127726"/>
                  <a:pt x="39623" y="137031"/>
                </a:cubicBezTo>
                <a:cubicBezTo>
                  <a:pt x="49393" y="146337"/>
                  <a:pt x="68004" y="139357"/>
                  <a:pt x="76844" y="152385"/>
                </a:cubicBezTo>
                <a:cubicBezTo>
                  <a:pt x="81050" y="158582"/>
                  <a:pt x="83786" y="169228"/>
                  <a:pt x="85498" y="178663"/>
                </a:cubicBezTo>
                <a:lnTo>
                  <a:pt x="214099" y="178663"/>
                </a:lnTo>
                <a:lnTo>
                  <a:pt x="21409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8"/>
          <p:cNvSpPr txBox="1"/>
          <p:nvPr>
            <p:ph type="title"/>
          </p:nvPr>
        </p:nvSpPr>
        <p:spPr>
          <a:xfrm>
            <a:off x="4572000" y="2667600"/>
            <a:ext cx="3852300" cy="88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932E4D"/>
                </a:solidFill>
              </a:defRPr>
            </a:lvl9pPr>
          </a:lstStyle>
          <a:p/>
        </p:txBody>
      </p:sp>
      <p:sp>
        <p:nvSpPr>
          <p:cNvPr id="263" name="Google Shape;263;p38"/>
          <p:cNvSpPr txBox="1"/>
          <p:nvPr>
            <p:ph idx="1" type="subTitle"/>
          </p:nvPr>
        </p:nvSpPr>
        <p:spPr>
          <a:xfrm>
            <a:off x="4572300" y="3553200"/>
            <a:ext cx="3851700" cy="25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 6">
  <p:cSld name="SECTION_HEADER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/>
          <p:nvPr/>
        </p:nvSpPr>
        <p:spPr>
          <a:xfrm>
            <a:off x="4473172" y="7090"/>
            <a:ext cx="4670743" cy="5140916"/>
          </a:xfrm>
          <a:custGeom>
            <a:rect b="b" l="l" r="r" t="t"/>
            <a:pathLst>
              <a:path extrusionOk="0" h="160403" w="145733">
                <a:moveTo>
                  <a:pt x="1" y="0"/>
                </a:moveTo>
                <a:cubicBezTo>
                  <a:pt x="1204" y="12247"/>
                  <a:pt x="7954" y="27736"/>
                  <a:pt x="32950" y="32799"/>
                </a:cubicBezTo>
                <a:cubicBezTo>
                  <a:pt x="76392" y="41571"/>
                  <a:pt x="65532" y="73935"/>
                  <a:pt x="65532" y="73935"/>
                </a:cubicBezTo>
                <a:cubicBezTo>
                  <a:pt x="65532" y="73935"/>
                  <a:pt x="42975" y="118213"/>
                  <a:pt x="88924" y="136175"/>
                </a:cubicBezTo>
                <a:cubicBezTo>
                  <a:pt x="104362" y="142207"/>
                  <a:pt x="109659" y="151162"/>
                  <a:pt x="109893" y="160402"/>
                </a:cubicBezTo>
                <a:lnTo>
                  <a:pt x="145733" y="160402"/>
                </a:lnTo>
                <a:lnTo>
                  <a:pt x="14573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9"/>
          <p:cNvSpPr/>
          <p:nvPr/>
        </p:nvSpPr>
        <p:spPr>
          <a:xfrm flipH="1">
            <a:off x="-502" y="2806624"/>
            <a:ext cx="1833602" cy="2344223"/>
          </a:xfrm>
          <a:custGeom>
            <a:rect b="b" l="l" r="r" t="t"/>
            <a:pathLst>
              <a:path extrusionOk="0" h="85665" w="60202">
                <a:moveTo>
                  <a:pt x="60202" y="0"/>
                </a:moveTo>
                <a:cubicBezTo>
                  <a:pt x="53652" y="5330"/>
                  <a:pt x="41004" y="18096"/>
                  <a:pt x="42825" y="35756"/>
                </a:cubicBezTo>
                <a:cubicBezTo>
                  <a:pt x="45248" y="59449"/>
                  <a:pt x="28004" y="61120"/>
                  <a:pt x="28004" y="61120"/>
                </a:cubicBezTo>
                <a:cubicBezTo>
                  <a:pt x="12800" y="68472"/>
                  <a:pt x="4362" y="77143"/>
                  <a:pt x="1" y="85665"/>
                </a:cubicBezTo>
                <a:lnTo>
                  <a:pt x="60202" y="85665"/>
                </a:lnTo>
                <a:lnTo>
                  <a:pt x="6020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9"/>
          <p:cNvSpPr txBox="1"/>
          <p:nvPr>
            <p:ph hasCustomPrompt="1" type="title"/>
          </p:nvPr>
        </p:nvSpPr>
        <p:spPr>
          <a:xfrm>
            <a:off x="1172850" y="2217425"/>
            <a:ext cx="13173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68" name="Google Shape;268;p39"/>
          <p:cNvSpPr txBox="1"/>
          <p:nvPr>
            <p:ph idx="2" type="title"/>
          </p:nvPr>
        </p:nvSpPr>
        <p:spPr>
          <a:xfrm>
            <a:off x="2630075" y="2217413"/>
            <a:ext cx="5335500" cy="66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9" name="Google Shape;269;p39"/>
          <p:cNvSpPr txBox="1"/>
          <p:nvPr>
            <p:ph idx="1" type="subTitle"/>
          </p:nvPr>
        </p:nvSpPr>
        <p:spPr>
          <a:xfrm>
            <a:off x="3016475" y="2781663"/>
            <a:ext cx="4562700" cy="33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18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/>
          <p:nvPr>
            <p:ph type="title"/>
          </p:nvPr>
        </p:nvSpPr>
        <p:spPr>
          <a:xfrm>
            <a:off x="3726000" y="3466000"/>
            <a:ext cx="4698000" cy="53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/>
        </p:txBody>
      </p:sp>
      <p:sp>
        <p:nvSpPr>
          <p:cNvPr id="272" name="Google Shape;272;p40"/>
          <p:cNvSpPr txBox="1"/>
          <p:nvPr>
            <p:ph idx="1" type="subTitle"/>
          </p:nvPr>
        </p:nvSpPr>
        <p:spPr>
          <a:xfrm>
            <a:off x="3726025" y="3874100"/>
            <a:ext cx="4698000" cy="78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73" name="Google Shape;273;p40"/>
          <p:cNvSpPr/>
          <p:nvPr/>
        </p:nvSpPr>
        <p:spPr>
          <a:xfrm>
            <a:off x="-594222" y="1140531"/>
            <a:ext cx="7937089" cy="3025249"/>
          </a:xfrm>
          <a:custGeom>
            <a:rect b="b" l="l" r="r" t="t"/>
            <a:pathLst>
              <a:path extrusionOk="0" h="89637" w="235173">
                <a:moveTo>
                  <a:pt x="141618" y="0"/>
                </a:moveTo>
                <a:cubicBezTo>
                  <a:pt x="134504" y="0"/>
                  <a:pt x="124888" y="2251"/>
                  <a:pt x="112665" y="9810"/>
                </a:cubicBezTo>
                <a:cubicBezTo>
                  <a:pt x="105712" y="14112"/>
                  <a:pt x="98854" y="16557"/>
                  <a:pt x="92409" y="17795"/>
                </a:cubicBezTo>
                <a:cubicBezTo>
                  <a:pt x="88591" y="18526"/>
                  <a:pt x="84920" y="18827"/>
                  <a:pt x="81466" y="18827"/>
                </a:cubicBezTo>
                <a:cubicBezTo>
                  <a:pt x="65489" y="18827"/>
                  <a:pt x="54134" y="12398"/>
                  <a:pt x="54134" y="12398"/>
                </a:cubicBezTo>
                <a:cubicBezTo>
                  <a:pt x="52515" y="11938"/>
                  <a:pt x="50975" y="11557"/>
                  <a:pt x="49483" y="11239"/>
                </a:cubicBezTo>
                <a:cubicBezTo>
                  <a:pt x="45617" y="10424"/>
                  <a:pt x="42140" y="10064"/>
                  <a:pt x="39014" y="10064"/>
                </a:cubicBezTo>
                <a:cubicBezTo>
                  <a:pt x="23439" y="10064"/>
                  <a:pt x="16577" y="19013"/>
                  <a:pt x="13669" y="25320"/>
                </a:cubicBezTo>
                <a:cubicBezTo>
                  <a:pt x="12081" y="28797"/>
                  <a:pt x="9986" y="32019"/>
                  <a:pt x="7462" y="34893"/>
                </a:cubicBezTo>
                <a:cubicBezTo>
                  <a:pt x="3668" y="39179"/>
                  <a:pt x="0" y="47624"/>
                  <a:pt x="9478" y="61213"/>
                </a:cubicBezTo>
                <a:cubicBezTo>
                  <a:pt x="21876" y="78962"/>
                  <a:pt x="48991" y="85978"/>
                  <a:pt x="73978" y="88566"/>
                </a:cubicBezTo>
                <a:cubicBezTo>
                  <a:pt x="78582" y="89042"/>
                  <a:pt x="83106" y="89360"/>
                  <a:pt x="87472" y="89582"/>
                </a:cubicBezTo>
                <a:cubicBezTo>
                  <a:pt x="88211" y="89618"/>
                  <a:pt x="88940" y="89636"/>
                  <a:pt x="89656" y="89636"/>
                </a:cubicBezTo>
                <a:cubicBezTo>
                  <a:pt x="101121" y="89636"/>
                  <a:pt x="109674" y="85069"/>
                  <a:pt x="116428" y="78898"/>
                </a:cubicBezTo>
                <a:cubicBezTo>
                  <a:pt x="125207" y="70881"/>
                  <a:pt x="130953" y="60150"/>
                  <a:pt x="136081" y="53276"/>
                </a:cubicBezTo>
                <a:cubicBezTo>
                  <a:pt x="138502" y="50031"/>
                  <a:pt x="142538" y="48830"/>
                  <a:pt x="147188" y="48830"/>
                </a:cubicBezTo>
                <a:cubicBezTo>
                  <a:pt x="160467" y="48830"/>
                  <a:pt x="178753" y="58626"/>
                  <a:pt x="178753" y="58626"/>
                </a:cubicBezTo>
                <a:cubicBezTo>
                  <a:pt x="185389" y="60427"/>
                  <a:pt x="191335" y="61173"/>
                  <a:pt x="196633" y="61173"/>
                </a:cubicBezTo>
                <a:cubicBezTo>
                  <a:pt x="210524" y="61173"/>
                  <a:pt x="219961" y="56044"/>
                  <a:pt x="225695" y="51355"/>
                </a:cubicBezTo>
                <a:cubicBezTo>
                  <a:pt x="232220" y="46005"/>
                  <a:pt x="235173" y="37337"/>
                  <a:pt x="233030" y="29178"/>
                </a:cubicBezTo>
                <a:cubicBezTo>
                  <a:pt x="231093" y="21859"/>
                  <a:pt x="224981" y="14478"/>
                  <a:pt x="208312" y="14176"/>
                </a:cubicBezTo>
                <a:cubicBezTo>
                  <a:pt x="187484" y="13811"/>
                  <a:pt x="172689" y="10255"/>
                  <a:pt x="164529" y="7635"/>
                </a:cubicBezTo>
                <a:cubicBezTo>
                  <a:pt x="161179" y="6556"/>
                  <a:pt x="157957" y="5095"/>
                  <a:pt x="154925" y="3302"/>
                </a:cubicBezTo>
                <a:cubicBezTo>
                  <a:pt x="152523" y="1877"/>
                  <a:pt x="148113" y="0"/>
                  <a:pt x="14161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and text">
  <p:cSld name="CUSTOM_1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/>
          <p:nvPr/>
        </p:nvSpPr>
        <p:spPr>
          <a:xfrm>
            <a:off x="0" y="1841217"/>
            <a:ext cx="3275190" cy="3306823"/>
          </a:xfrm>
          <a:custGeom>
            <a:rect b="b" l="l" r="r" t="t"/>
            <a:pathLst>
              <a:path extrusionOk="0" h="103177" w="102190">
                <a:moveTo>
                  <a:pt x="0" y="1"/>
                </a:moveTo>
                <a:lnTo>
                  <a:pt x="0" y="103176"/>
                </a:lnTo>
                <a:lnTo>
                  <a:pt x="102190" y="103176"/>
                </a:lnTo>
                <a:cubicBezTo>
                  <a:pt x="99165" y="93535"/>
                  <a:pt x="89708" y="78531"/>
                  <a:pt x="59950" y="78531"/>
                </a:cubicBezTo>
                <a:cubicBezTo>
                  <a:pt x="25865" y="78531"/>
                  <a:pt x="21671" y="53067"/>
                  <a:pt x="21487" y="41706"/>
                </a:cubicBezTo>
                <a:cubicBezTo>
                  <a:pt x="21404" y="34939"/>
                  <a:pt x="20201" y="28222"/>
                  <a:pt x="17912" y="21839"/>
                </a:cubicBezTo>
                <a:cubicBezTo>
                  <a:pt x="14720" y="13017"/>
                  <a:pt x="9156" y="2892"/>
                  <a:pt x="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1"/>
          <p:cNvSpPr/>
          <p:nvPr/>
        </p:nvSpPr>
        <p:spPr>
          <a:xfrm>
            <a:off x="4473172" y="7090"/>
            <a:ext cx="4670743" cy="5140916"/>
          </a:xfrm>
          <a:custGeom>
            <a:rect b="b" l="l" r="r" t="t"/>
            <a:pathLst>
              <a:path extrusionOk="0" h="160403" w="145733">
                <a:moveTo>
                  <a:pt x="1" y="0"/>
                </a:moveTo>
                <a:cubicBezTo>
                  <a:pt x="1204" y="12247"/>
                  <a:pt x="7954" y="27736"/>
                  <a:pt x="32950" y="32799"/>
                </a:cubicBezTo>
                <a:cubicBezTo>
                  <a:pt x="76392" y="41571"/>
                  <a:pt x="65532" y="73935"/>
                  <a:pt x="65532" y="73935"/>
                </a:cubicBezTo>
                <a:cubicBezTo>
                  <a:pt x="65532" y="73935"/>
                  <a:pt x="42975" y="118213"/>
                  <a:pt x="88924" y="136175"/>
                </a:cubicBezTo>
                <a:cubicBezTo>
                  <a:pt x="104362" y="142207"/>
                  <a:pt x="109659" y="151162"/>
                  <a:pt x="109893" y="160402"/>
                </a:cubicBezTo>
                <a:lnTo>
                  <a:pt x="145733" y="160402"/>
                </a:lnTo>
                <a:lnTo>
                  <a:pt x="14573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1"/>
          <p:cNvSpPr txBox="1"/>
          <p:nvPr>
            <p:ph type="title"/>
          </p:nvPr>
        </p:nvSpPr>
        <p:spPr>
          <a:xfrm>
            <a:off x="720000" y="1299159"/>
            <a:ext cx="7704000" cy="61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9pPr>
          </a:lstStyle>
          <a:p/>
        </p:txBody>
      </p:sp>
      <p:sp>
        <p:nvSpPr>
          <p:cNvPr id="278" name="Google Shape;278;p41"/>
          <p:cNvSpPr txBox="1"/>
          <p:nvPr>
            <p:ph idx="2" type="title"/>
          </p:nvPr>
        </p:nvSpPr>
        <p:spPr>
          <a:xfrm>
            <a:off x="720000" y="2350258"/>
            <a:ext cx="7704000" cy="61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9pPr>
          </a:lstStyle>
          <a:p/>
        </p:txBody>
      </p:sp>
      <p:sp>
        <p:nvSpPr>
          <p:cNvPr id="279" name="Google Shape;279;p41"/>
          <p:cNvSpPr txBox="1"/>
          <p:nvPr>
            <p:ph idx="3" type="title"/>
          </p:nvPr>
        </p:nvSpPr>
        <p:spPr>
          <a:xfrm>
            <a:off x="720000" y="3401359"/>
            <a:ext cx="7704000" cy="61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/>
            </a:lvl9pPr>
          </a:lstStyle>
          <a:p/>
        </p:txBody>
      </p:sp>
      <p:sp>
        <p:nvSpPr>
          <p:cNvPr id="280" name="Google Shape;280;p41"/>
          <p:cNvSpPr txBox="1"/>
          <p:nvPr>
            <p:ph idx="1" type="subTitle"/>
          </p:nvPr>
        </p:nvSpPr>
        <p:spPr>
          <a:xfrm>
            <a:off x="720000" y="1915734"/>
            <a:ext cx="7704000" cy="28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41"/>
          <p:cNvSpPr txBox="1"/>
          <p:nvPr>
            <p:ph idx="4" type="subTitle"/>
          </p:nvPr>
        </p:nvSpPr>
        <p:spPr>
          <a:xfrm>
            <a:off x="720000" y="2966759"/>
            <a:ext cx="7704000" cy="28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41"/>
          <p:cNvSpPr txBox="1"/>
          <p:nvPr>
            <p:ph idx="5" type="subTitle"/>
          </p:nvPr>
        </p:nvSpPr>
        <p:spPr>
          <a:xfrm>
            <a:off x="720000" y="4017859"/>
            <a:ext cx="7704000" cy="28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and text 2">
  <p:cSld name="BIG_NUMBER_3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/>
          <p:nvPr/>
        </p:nvSpPr>
        <p:spPr>
          <a:xfrm flipH="1">
            <a:off x="4473247" y="1290"/>
            <a:ext cx="4670743" cy="5140916"/>
          </a:xfrm>
          <a:custGeom>
            <a:rect b="b" l="l" r="r" t="t"/>
            <a:pathLst>
              <a:path extrusionOk="0" h="160403" w="145733">
                <a:moveTo>
                  <a:pt x="1" y="0"/>
                </a:moveTo>
                <a:cubicBezTo>
                  <a:pt x="1204" y="12247"/>
                  <a:pt x="7954" y="27736"/>
                  <a:pt x="32950" y="32799"/>
                </a:cubicBezTo>
                <a:cubicBezTo>
                  <a:pt x="76392" y="41571"/>
                  <a:pt x="65532" y="73935"/>
                  <a:pt x="65532" y="73935"/>
                </a:cubicBezTo>
                <a:cubicBezTo>
                  <a:pt x="65532" y="73935"/>
                  <a:pt x="42975" y="118213"/>
                  <a:pt x="88924" y="136175"/>
                </a:cubicBezTo>
                <a:cubicBezTo>
                  <a:pt x="104362" y="142207"/>
                  <a:pt x="109659" y="151162"/>
                  <a:pt x="109893" y="160402"/>
                </a:cubicBezTo>
                <a:lnTo>
                  <a:pt x="145733" y="160402"/>
                </a:lnTo>
                <a:lnTo>
                  <a:pt x="14573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2"/>
          <p:cNvSpPr/>
          <p:nvPr/>
        </p:nvSpPr>
        <p:spPr>
          <a:xfrm>
            <a:off x="-3" y="1290"/>
            <a:ext cx="4670743" cy="5140916"/>
          </a:xfrm>
          <a:custGeom>
            <a:rect b="b" l="l" r="r" t="t"/>
            <a:pathLst>
              <a:path extrusionOk="0" h="160403" w="145733">
                <a:moveTo>
                  <a:pt x="1" y="0"/>
                </a:moveTo>
                <a:cubicBezTo>
                  <a:pt x="1204" y="12247"/>
                  <a:pt x="7954" y="27736"/>
                  <a:pt x="32950" y="32799"/>
                </a:cubicBezTo>
                <a:cubicBezTo>
                  <a:pt x="76392" y="41571"/>
                  <a:pt x="65532" y="73935"/>
                  <a:pt x="65532" y="73935"/>
                </a:cubicBezTo>
                <a:cubicBezTo>
                  <a:pt x="65532" y="73935"/>
                  <a:pt x="42975" y="118213"/>
                  <a:pt x="88924" y="136175"/>
                </a:cubicBezTo>
                <a:cubicBezTo>
                  <a:pt x="104362" y="142207"/>
                  <a:pt x="109659" y="151162"/>
                  <a:pt x="109893" y="160402"/>
                </a:cubicBezTo>
                <a:lnTo>
                  <a:pt x="145733" y="160402"/>
                </a:lnTo>
                <a:lnTo>
                  <a:pt x="14573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2"/>
          <p:cNvSpPr txBox="1"/>
          <p:nvPr>
            <p:ph hasCustomPrompt="1" type="title"/>
          </p:nvPr>
        </p:nvSpPr>
        <p:spPr>
          <a:xfrm>
            <a:off x="1098275" y="2687675"/>
            <a:ext cx="6947400" cy="145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Font typeface="Merriweather Sans ExtraBold"/>
              <a:buNone/>
              <a:defRPr b="1" sz="9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7" name="Google Shape;287;p42"/>
          <p:cNvSpPr txBox="1"/>
          <p:nvPr>
            <p:ph idx="1" type="body"/>
          </p:nvPr>
        </p:nvSpPr>
        <p:spPr>
          <a:xfrm>
            <a:off x="3070375" y="1278025"/>
            <a:ext cx="3003300" cy="8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rgbClr val="756458"/>
              </a:buClr>
              <a:buSzPts val="1400"/>
              <a:buChar char="○"/>
              <a:defRPr sz="1400">
                <a:solidFill>
                  <a:srgbClr val="756458"/>
                </a:solidFill>
              </a:defRPr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and text 3">
  <p:cSld name="CUSTOM_5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3"/>
          <p:cNvSpPr/>
          <p:nvPr/>
        </p:nvSpPr>
        <p:spPr>
          <a:xfrm rot="5400000">
            <a:off x="2617507" y="-1398317"/>
            <a:ext cx="3899966" cy="9170081"/>
          </a:xfrm>
          <a:custGeom>
            <a:rect b="b" l="l" r="r" t="t"/>
            <a:pathLst>
              <a:path extrusionOk="0" h="200867" w="199947">
                <a:moveTo>
                  <a:pt x="8140" y="0"/>
                </a:moveTo>
                <a:cubicBezTo>
                  <a:pt x="22703" y="14521"/>
                  <a:pt x="1" y="22367"/>
                  <a:pt x="1" y="58189"/>
                </a:cubicBezTo>
                <a:cubicBezTo>
                  <a:pt x="1" y="80681"/>
                  <a:pt x="25381" y="92985"/>
                  <a:pt x="32809" y="100559"/>
                </a:cubicBezTo>
                <a:cubicBezTo>
                  <a:pt x="35801" y="103614"/>
                  <a:pt x="35487" y="108740"/>
                  <a:pt x="34043" y="113783"/>
                </a:cubicBezTo>
                <a:cubicBezTo>
                  <a:pt x="30884" y="124768"/>
                  <a:pt x="34692" y="136338"/>
                  <a:pt x="44233" y="144268"/>
                </a:cubicBezTo>
                <a:cubicBezTo>
                  <a:pt x="49025" y="148244"/>
                  <a:pt x="54820" y="152763"/>
                  <a:pt x="61620" y="157576"/>
                </a:cubicBezTo>
                <a:cubicBezTo>
                  <a:pt x="76978" y="168477"/>
                  <a:pt x="75618" y="188438"/>
                  <a:pt x="72877" y="200867"/>
                </a:cubicBezTo>
                <a:lnTo>
                  <a:pt x="199946" y="200867"/>
                </a:lnTo>
                <a:lnTo>
                  <a:pt x="19994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3"/>
          <p:cNvSpPr txBox="1"/>
          <p:nvPr>
            <p:ph hasCustomPrompt="1" type="title"/>
          </p:nvPr>
        </p:nvSpPr>
        <p:spPr>
          <a:xfrm>
            <a:off x="1158499" y="2041963"/>
            <a:ext cx="941100" cy="4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43"/>
          <p:cNvSpPr txBox="1"/>
          <p:nvPr>
            <p:ph idx="1" type="subTitle"/>
          </p:nvPr>
        </p:nvSpPr>
        <p:spPr>
          <a:xfrm>
            <a:off x="774500" y="3485355"/>
            <a:ext cx="1676100" cy="4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2" name="Google Shape;292;p43"/>
          <p:cNvSpPr txBox="1"/>
          <p:nvPr>
            <p:ph idx="2" type="subTitle"/>
          </p:nvPr>
        </p:nvSpPr>
        <p:spPr>
          <a:xfrm>
            <a:off x="881749" y="3196072"/>
            <a:ext cx="14616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redoka One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hasCustomPrompt="1" idx="3" type="title"/>
          </p:nvPr>
        </p:nvSpPr>
        <p:spPr>
          <a:xfrm>
            <a:off x="3135274" y="2041963"/>
            <a:ext cx="941100" cy="4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4" name="Google Shape;294;p43"/>
          <p:cNvSpPr txBox="1"/>
          <p:nvPr>
            <p:ph idx="4" type="subTitle"/>
          </p:nvPr>
        </p:nvSpPr>
        <p:spPr>
          <a:xfrm>
            <a:off x="2751274" y="3485355"/>
            <a:ext cx="1676100" cy="4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5" name="Google Shape;295;p43"/>
          <p:cNvSpPr txBox="1"/>
          <p:nvPr>
            <p:ph idx="5" type="subTitle"/>
          </p:nvPr>
        </p:nvSpPr>
        <p:spPr>
          <a:xfrm>
            <a:off x="2858524" y="3196072"/>
            <a:ext cx="14616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redoka One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296" name="Google Shape;296;p43"/>
          <p:cNvSpPr txBox="1"/>
          <p:nvPr>
            <p:ph hasCustomPrompt="1" idx="6" type="title"/>
          </p:nvPr>
        </p:nvSpPr>
        <p:spPr>
          <a:xfrm>
            <a:off x="5139326" y="2041963"/>
            <a:ext cx="875100" cy="4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7" name="Google Shape;297;p43"/>
          <p:cNvSpPr txBox="1"/>
          <p:nvPr>
            <p:ph idx="7" type="subTitle"/>
          </p:nvPr>
        </p:nvSpPr>
        <p:spPr>
          <a:xfrm>
            <a:off x="4722326" y="3485355"/>
            <a:ext cx="1676100" cy="4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8" name="Google Shape;298;p43"/>
          <p:cNvSpPr txBox="1"/>
          <p:nvPr>
            <p:ph idx="8" type="subTitle"/>
          </p:nvPr>
        </p:nvSpPr>
        <p:spPr>
          <a:xfrm>
            <a:off x="4829576" y="3196072"/>
            <a:ext cx="14616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redoka One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299" name="Google Shape;299;p43"/>
          <p:cNvSpPr txBox="1"/>
          <p:nvPr>
            <p:ph hasCustomPrompt="1" idx="9" type="title"/>
          </p:nvPr>
        </p:nvSpPr>
        <p:spPr>
          <a:xfrm>
            <a:off x="7110401" y="2041963"/>
            <a:ext cx="875100" cy="4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0" name="Google Shape;300;p43"/>
          <p:cNvSpPr txBox="1"/>
          <p:nvPr>
            <p:ph idx="13" type="subTitle"/>
          </p:nvPr>
        </p:nvSpPr>
        <p:spPr>
          <a:xfrm>
            <a:off x="6693401" y="3485355"/>
            <a:ext cx="1676100" cy="4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1" name="Google Shape;301;p43"/>
          <p:cNvSpPr txBox="1"/>
          <p:nvPr>
            <p:ph idx="14" type="subTitle"/>
          </p:nvPr>
        </p:nvSpPr>
        <p:spPr>
          <a:xfrm>
            <a:off x="6800651" y="3196072"/>
            <a:ext cx="14616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redoka One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redoka One"/>
              <a:buNone/>
              <a:defRPr sz="18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302" name="Google Shape;302;p43"/>
          <p:cNvSpPr txBox="1"/>
          <p:nvPr>
            <p:ph idx="15"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CUSTOM_1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"/>
          <p:cNvSpPr txBox="1"/>
          <p:nvPr>
            <p:ph idx="1" type="subTitle"/>
          </p:nvPr>
        </p:nvSpPr>
        <p:spPr>
          <a:xfrm>
            <a:off x="3493200" y="1623087"/>
            <a:ext cx="2157600" cy="4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05" name="Google Shape;305;p44"/>
          <p:cNvSpPr txBox="1"/>
          <p:nvPr>
            <p:ph idx="2" type="subTitle"/>
          </p:nvPr>
        </p:nvSpPr>
        <p:spPr>
          <a:xfrm>
            <a:off x="3440025" y="1934350"/>
            <a:ext cx="22641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06" name="Google Shape;306;p44"/>
          <p:cNvSpPr txBox="1"/>
          <p:nvPr>
            <p:ph idx="3" type="subTitle"/>
          </p:nvPr>
        </p:nvSpPr>
        <p:spPr>
          <a:xfrm>
            <a:off x="3493200" y="2588771"/>
            <a:ext cx="2157600" cy="4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07" name="Google Shape;307;p44"/>
          <p:cNvSpPr txBox="1"/>
          <p:nvPr>
            <p:ph idx="4" type="subTitle"/>
          </p:nvPr>
        </p:nvSpPr>
        <p:spPr>
          <a:xfrm>
            <a:off x="3440025" y="2899942"/>
            <a:ext cx="22641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08" name="Google Shape;308;p44"/>
          <p:cNvSpPr txBox="1"/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2">
  <p:cSld name="CUSTOM_13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5"/>
          <p:cNvSpPr/>
          <p:nvPr/>
        </p:nvSpPr>
        <p:spPr>
          <a:xfrm>
            <a:off x="-796" y="207"/>
            <a:ext cx="7522149" cy="5143357"/>
          </a:xfrm>
          <a:custGeom>
            <a:rect b="b" l="l" r="r" t="t"/>
            <a:pathLst>
              <a:path extrusionOk="0" h="177817" w="260057">
                <a:moveTo>
                  <a:pt x="0" y="0"/>
                </a:moveTo>
                <a:lnTo>
                  <a:pt x="0" y="177816"/>
                </a:lnTo>
                <a:lnTo>
                  <a:pt x="80205" y="177816"/>
                </a:lnTo>
                <a:cubicBezTo>
                  <a:pt x="73102" y="164368"/>
                  <a:pt x="62577" y="134625"/>
                  <a:pt x="96187" y="117459"/>
                </a:cubicBezTo>
                <a:cubicBezTo>
                  <a:pt x="140581" y="94799"/>
                  <a:pt x="146131" y="67053"/>
                  <a:pt x="146131" y="67053"/>
                </a:cubicBezTo>
                <a:cubicBezTo>
                  <a:pt x="146131" y="67053"/>
                  <a:pt x="151891" y="43043"/>
                  <a:pt x="180274" y="43043"/>
                </a:cubicBezTo>
                <a:cubicBezTo>
                  <a:pt x="185629" y="43043"/>
                  <a:pt x="191789" y="43898"/>
                  <a:pt x="198867" y="45929"/>
                </a:cubicBezTo>
                <a:cubicBezTo>
                  <a:pt x="203014" y="47120"/>
                  <a:pt x="206930" y="47659"/>
                  <a:pt x="210621" y="47659"/>
                </a:cubicBezTo>
                <a:cubicBezTo>
                  <a:pt x="240713" y="47659"/>
                  <a:pt x="255888" y="11781"/>
                  <a:pt x="2600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5"/>
          <p:cNvSpPr txBox="1"/>
          <p:nvPr>
            <p:ph type="title"/>
          </p:nvPr>
        </p:nvSpPr>
        <p:spPr>
          <a:xfrm>
            <a:off x="720000" y="540000"/>
            <a:ext cx="3120300" cy="122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/>
        </p:txBody>
      </p:sp>
      <p:sp>
        <p:nvSpPr>
          <p:cNvPr id="312" name="Google Shape;312;p45"/>
          <p:cNvSpPr txBox="1"/>
          <p:nvPr>
            <p:ph idx="1" type="subTitle"/>
          </p:nvPr>
        </p:nvSpPr>
        <p:spPr>
          <a:xfrm>
            <a:off x="720000" y="1783675"/>
            <a:ext cx="3120300" cy="11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3">
  <p:cSld name="CUSTOM_13_1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/>
          <p:nvPr/>
        </p:nvSpPr>
        <p:spPr>
          <a:xfrm>
            <a:off x="3683805" y="1078"/>
            <a:ext cx="5456520" cy="5143481"/>
          </a:xfrm>
          <a:custGeom>
            <a:rect b="b" l="l" r="r" t="t"/>
            <a:pathLst>
              <a:path extrusionOk="0" h="186358" w="197700">
                <a:moveTo>
                  <a:pt x="9423" y="0"/>
                </a:moveTo>
                <a:cubicBezTo>
                  <a:pt x="1" y="35476"/>
                  <a:pt x="36156" y="77118"/>
                  <a:pt x="48912" y="93538"/>
                </a:cubicBezTo>
                <a:cubicBezTo>
                  <a:pt x="56569" y="103386"/>
                  <a:pt x="62986" y="116239"/>
                  <a:pt x="65642" y="128432"/>
                </a:cubicBezTo>
                <a:cubicBezTo>
                  <a:pt x="71400" y="155069"/>
                  <a:pt x="57752" y="174978"/>
                  <a:pt x="46392" y="186358"/>
                </a:cubicBezTo>
                <a:lnTo>
                  <a:pt x="197700" y="186358"/>
                </a:lnTo>
                <a:lnTo>
                  <a:pt x="19770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6"/>
          <p:cNvSpPr txBox="1"/>
          <p:nvPr>
            <p:ph type="title"/>
          </p:nvPr>
        </p:nvSpPr>
        <p:spPr>
          <a:xfrm>
            <a:off x="5444150" y="540000"/>
            <a:ext cx="2979900" cy="122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/>
        </p:txBody>
      </p:sp>
      <p:sp>
        <p:nvSpPr>
          <p:cNvPr id="316" name="Google Shape;316;p46"/>
          <p:cNvSpPr txBox="1"/>
          <p:nvPr>
            <p:ph idx="1" type="subTitle"/>
          </p:nvPr>
        </p:nvSpPr>
        <p:spPr>
          <a:xfrm>
            <a:off x="5444150" y="1766700"/>
            <a:ext cx="2903700" cy="11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4">
  <p:cSld name="CUSTOM_13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/>
          <p:nvPr/>
        </p:nvSpPr>
        <p:spPr>
          <a:xfrm>
            <a:off x="1613" y="161943"/>
            <a:ext cx="6051327" cy="4291980"/>
          </a:xfrm>
          <a:custGeom>
            <a:rect b="b" l="l" r="r" t="t"/>
            <a:pathLst>
              <a:path extrusionOk="0" h="146584" w="206671">
                <a:moveTo>
                  <a:pt x="56380" y="1"/>
                </a:moveTo>
                <a:cubicBezTo>
                  <a:pt x="45303" y="1"/>
                  <a:pt x="35614" y="5699"/>
                  <a:pt x="27824" y="23957"/>
                </a:cubicBezTo>
                <a:cubicBezTo>
                  <a:pt x="19887" y="42579"/>
                  <a:pt x="4729" y="57957"/>
                  <a:pt x="0" y="62485"/>
                </a:cubicBezTo>
                <a:lnTo>
                  <a:pt x="0" y="144855"/>
                </a:lnTo>
                <a:cubicBezTo>
                  <a:pt x="3365" y="146069"/>
                  <a:pt x="6536" y="146583"/>
                  <a:pt x="9495" y="146583"/>
                </a:cubicBezTo>
                <a:cubicBezTo>
                  <a:pt x="25925" y="146583"/>
                  <a:pt x="35797" y="130724"/>
                  <a:pt x="35797" y="130724"/>
                </a:cubicBezTo>
                <a:cubicBezTo>
                  <a:pt x="35797" y="130724"/>
                  <a:pt x="46953" y="107144"/>
                  <a:pt x="69315" y="107144"/>
                </a:cubicBezTo>
                <a:cubicBezTo>
                  <a:pt x="77490" y="107144"/>
                  <a:pt x="87163" y="110295"/>
                  <a:pt x="98335" y="118901"/>
                </a:cubicBezTo>
                <a:cubicBezTo>
                  <a:pt x="103193" y="122645"/>
                  <a:pt x="108026" y="124272"/>
                  <a:pt x="112834" y="124272"/>
                </a:cubicBezTo>
                <a:cubicBezTo>
                  <a:pt x="136983" y="124272"/>
                  <a:pt x="160500" y="83221"/>
                  <a:pt x="183291" y="62998"/>
                </a:cubicBezTo>
                <a:cubicBezTo>
                  <a:pt x="206671" y="42239"/>
                  <a:pt x="200689" y="6622"/>
                  <a:pt x="165827" y="6622"/>
                </a:cubicBezTo>
                <a:cubicBezTo>
                  <a:pt x="158026" y="6622"/>
                  <a:pt x="148779" y="8406"/>
                  <a:pt x="138091" y="12538"/>
                </a:cubicBezTo>
                <a:cubicBezTo>
                  <a:pt x="132235" y="14802"/>
                  <a:pt x="126433" y="15715"/>
                  <a:pt x="120717" y="15715"/>
                </a:cubicBezTo>
                <a:cubicBezTo>
                  <a:pt x="96998" y="15715"/>
                  <a:pt x="74774" y="1"/>
                  <a:pt x="5638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7"/>
          <p:cNvSpPr txBox="1"/>
          <p:nvPr>
            <p:ph type="title"/>
          </p:nvPr>
        </p:nvSpPr>
        <p:spPr>
          <a:xfrm>
            <a:off x="1420150" y="848550"/>
            <a:ext cx="3151800" cy="9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/>
        </p:txBody>
      </p:sp>
      <p:sp>
        <p:nvSpPr>
          <p:cNvPr id="320" name="Google Shape;320;p47"/>
          <p:cNvSpPr txBox="1"/>
          <p:nvPr>
            <p:ph idx="1" type="subTitle"/>
          </p:nvPr>
        </p:nvSpPr>
        <p:spPr>
          <a:xfrm>
            <a:off x="1420150" y="1767600"/>
            <a:ext cx="3151800" cy="11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5 ">
  <p:cSld name="CUSTOM_9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8"/>
          <p:cNvSpPr/>
          <p:nvPr/>
        </p:nvSpPr>
        <p:spPr>
          <a:xfrm>
            <a:off x="3373798" y="7100"/>
            <a:ext cx="3660813" cy="5140916"/>
          </a:xfrm>
          <a:custGeom>
            <a:rect b="b" l="l" r="r" t="t"/>
            <a:pathLst>
              <a:path extrusionOk="0" h="160403" w="145733">
                <a:moveTo>
                  <a:pt x="1" y="0"/>
                </a:moveTo>
                <a:cubicBezTo>
                  <a:pt x="1204" y="12247"/>
                  <a:pt x="7954" y="27736"/>
                  <a:pt x="32950" y="32799"/>
                </a:cubicBezTo>
                <a:cubicBezTo>
                  <a:pt x="76392" y="41571"/>
                  <a:pt x="65532" y="73935"/>
                  <a:pt x="65532" y="73935"/>
                </a:cubicBezTo>
                <a:cubicBezTo>
                  <a:pt x="65532" y="73935"/>
                  <a:pt x="42975" y="118213"/>
                  <a:pt x="88924" y="136175"/>
                </a:cubicBezTo>
                <a:cubicBezTo>
                  <a:pt x="104362" y="142207"/>
                  <a:pt x="109659" y="151162"/>
                  <a:pt x="109893" y="160402"/>
                </a:cubicBezTo>
                <a:lnTo>
                  <a:pt x="145733" y="160402"/>
                </a:lnTo>
                <a:lnTo>
                  <a:pt x="14573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8"/>
          <p:cNvSpPr/>
          <p:nvPr/>
        </p:nvSpPr>
        <p:spPr>
          <a:xfrm>
            <a:off x="6801650" y="0"/>
            <a:ext cx="2342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8"/>
          <p:cNvSpPr txBox="1"/>
          <p:nvPr>
            <p:ph type="title"/>
          </p:nvPr>
        </p:nvSpPr>
        <p:spPr>
          <a:xfrm>
            <a:off x="5444150" y="1605563"/>
            <a:ext cx="2979900" cy="122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/>
        </p:txBody>
      </p:sp>
      <p:sp>
        <p:nvSpPr>
          <p:cNvPr id="325" name="Google Shape;325;p48"/>
          <p:cNvSpPr txBox="1"/>
          <p:nvPr>
            <p:ph idx="1" type="subTitle"/>
          </p:nvPr>
        </p:nvSpPr>
        <p:spPr>
          <a:xfrm>
            <a:off x="5444150" y="2832263"/>
            <a:ext cx="2903700" cy="11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/>
            </a:lvl1pPr>
            <a:lvl2pPr lvl="1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">
  <p:cSld name="CUSTOM_16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9"/>
          <p:cNvSpPr/>
          <p:nvPr/>
        </p:nvSpPr>
        <p:spPr>
          <a:xfrm rot="10800000">
            <a:off x="2323857" y="-92094"/>
            <a:ext cx="6820143" cy="3719569"/>
          </a:xfrm>
          <a:custGeom>
            <a:rect b="b" l="l" r="r" t="t"/>
            <a:pathLst>
              <a:path extrusionOk="0" h="146584" w="206671">
                <a:moveTo>
                  <a:pt x="56380" y="1"/>
                </a:moveTo>
                <a:cubicBezTo>
                  <a:pt x="45303" y="1"/>
                  <a:pt x="35614" y="5699"/>
                  <a:pt x="27824" y="23957"/>
                </a:cubicBezTo>
                <a:cubicBezTo>
                  <a:pt x="19887" y="42579"/>
                  <a:pt x="4729" y="57957"/>
                  <a:pt x="0" y="62485"/>
                </a:cubicBezTo>
                <a:lnTo>
                  <a:pt x="0" y="144855"/>
                </a:lnTo>
                <a:cubicBezTo>
                  <a:pt x="3365" y="146069"/>
                  <a:pt x="6536" y="146583"/>
                  <a:pt x="9495" y="146583"/>
                </a:cubicBezTo>
                <a:cubicBezTo>
                  <a:pt x="25925" y="146583"/>
                  <a:pt x="35797" y="130724"/>
                  <a:pt x="35797" y="130724"/>
                </a:cubicBezTo>
                <a:cubicBezTo>
                  <a:pt x="35797" y="130724"/>
                  <a:pt x="46953" y="107144"/>
                  <a:pt x="69315" y="107144"/>
                </a:cubicBezTo>
                <a:cubicBezTo>
                  <a:pt x="77490" y="107144"/>
                  <a:pt x="87163" y="110295"/>
                  <a:pt x="98335" y="118901"/>
                </a:cubicBezTo>
                <a:cubicBezTo>
                  <a:pt x="103193" y="122645"/>
                  <a:pt x="108026" y="124272"/>
                  <a:pt x="112834" y="124272"/>
                </a:cubicBezTo>
                <a:cubicBezTo>
                  <a:pt x="136983" y="124272"/>
                  <a:pt x="160500" y="83221"/>
                  <a:pt x="183291" y="62998"/>
                </a:cubicBezTo>
                <a:cubicBezTo>
                  <a:pt x="206671" y="42239"/>
                  <a:pt x="200689" y="6622"/>
                  <a:pt x="165827" y="6622"/>
                </a:cubicBezTo>
                <a:cubicBezTo>
                  <a:pt x="158026" y="6622"/>
                  <a:pt x="148779" y="8406"/>
                  <a:pt x="138091" y="12538"/>
                </a:cubicBezTo>
                <a:cubicBezTo>
                  <a:pt x="132235" y="14802"/>
                  <a:pt x="126433" y="15715"/>
                  <a:pt x="120717" y="15715"/>
                </a:cubicBezTo>
                <a:cubicBezTo>
                  <a:pt x="96998" y="15715"/>
                  <a:pt x="74774" y="1"/>
                  <a:pt x="5638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9"/>
          <p:cNvSpPr txBox="1"/>
          <p:nvPr>
            <p:ph type="title"/>
          </p:nvPr>
        </p:nvSpPr>
        <p:spPr>
          <a:xfrm>
            <a:off x="4572025" y="862800"/>
            <a:ext cx="38520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/>
        </p:txBody>
      </p:sp>
      <p:sp>
        <p:nvSpPr>
          <p:cNvPr id="329" name="Google Shape;329;p49"/>
          <p:cNvSpPr txBox="1"/>
          <p:nvPr>
            <p:ph idx="1" type="subTitle"/>
          </p:nvPr>
        </p:nvSpPr>
        <p:spPr>
          <a:xfrm>
            <a:off x="4572025" y="1766700"/>
            <a:ext cx="3852000" cy="9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30" name="Google Shape;330;p49"/>
          <p:cNvSpPr txBox="1"/>
          <p:nvPr/>
        </p:nvSpPr>
        <p:spPr>
          <a:xfrm>
            <a:off x="4572025" y="3808800"/>
            <a:ext cx="3852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CREDITS: This presentation template was created by </a:t>
            </a:r>
            <a:r>
              <a:rPr b="1" lang="en" sz="900">
                <a:solidFill>
                  <a:schemeClr val="accent1"/>
                </a:solidFill>
                <a:uFill>
                  <a:noFill/>
                </a:uFill>
                <a:latin typeface="Merriweather Sans"/>
                <a:ea typeface="Merriweather Sans"/>
                <a:cs typeface="Merriweather Sans"/>
                <a:sym typeface="Merriweather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accent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, including icons by </a:t>
            </a:r>
            <a:r>
              <a:rPr b="1" lang="en" sz="900">
                <a:solidFill>
                  <a:schemeClr val="accent1"/>
                </a:solidFill>
                <a:uFill>
                  <a:noFill/>
                </a:uFill>
                <a:latin typeface="Merriweather Sans"/>
                <a:ea typeface="Merriweather Sans"/>
                <a:cs typeface="Merriweather Sans"/>
                <a:sym typeface="Merriweather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chemeClr val="accent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, infographics &amp; images by </a:t>
            </a:r>
            <a:r>
              <a:rPr b="1" lang="en" sz="900">
                <a:solidFill>
                  <a:schemeClr val="accent1"/>
                </a:solidFill>
                <a:uFill>
                  <a:noFill/>
                </a:uFill>
                <a:latin typeface="Merriweather Sans"/>
                <a:ea typeface="Merriweather Sans"/>
                <a:cs typeface="Merriweather Sans"/>
                <a:sym typeface="Merriweather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900">
              <a:solidFill>
                <a:schemeClr val="accent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theme" Target="../theme/theme2.xml"/><Relationship Id="rId50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 Black"/>
              <a:buNone/>
              <a:defRPr sz="2800">
                <a:solidFill>
                  <a:schemeClr val="accent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erriweather Sans"/>
              <a:buChar char="●"/>
              <a:defRPr>
                <a:solidFill>
                  <a:schemeClr val="accent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erriweather Sans"/>
              <a:buChar char="○"/>
              <a:defRPr>
                <a:solidFill>
                  <a:schemeClr val="accent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erriweather Sans"/>
              <a:buChar char="■"/>
              <a:defRPr>
                <a:solidFill>
                  <a:schemeClr val="accent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erriweather Sans"/>
              <a:buChar char="●"/>
              <a:defRPr>
                <a:solidFill>
                  <a:schemeClr val="accent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erriweather Sans"/>
              <a:buChar char="○"/>
              <a:defRPr>
                <a:solidFill>
                  <a:schemeClr val="accent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erriweather Sans"/>
              <a:buChar char="■"/>
              <a:defRPr>
                <a:solidFill>
                  <a:schemeClr val="accent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erriweather Sans"/>
              <a:buChar char="●"/>
              <a:defRPr>
                <a:solidFill>
                  <a:schemeClr val="accent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erriweather Sans"/>
              <a:buChar char="○"/>
              <a:defRPr>
                <a:solidFill>
                  <a:schemeClr val="accent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Merriweather Sans"/>
              <a:buChar char="■"/>
              <a:defRPr>
                <a:solidFill>
                  <a:schemeClr val="accent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1"/>
          <p:cNvSpPr txBox="1"/>
          <p:nvPr>
            <p:ph type="title"/>
          </p:nvPr>
        </p:nvSpPr>
        <p:spPr>
          <a:xfrm>
            <a:off x="3726025" y="1767600"/>
            <a:ext cx="4698000" cy="178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 1 &amp; 2</a:t>
            </a:r>
            <a:endParaRPr/>
          </a:p>
        </p:txBody>
      </p:sp>
      <p:sp>
        <p:nvSpPr>
          <p:cNvPr id="337" name="Google Shape;337;p51"/>
          <p:cNvSpPr txBox="1"/>
          <p:nvPr>
            <p:ph idx="1" type="subTitle"/>
          </p:nvPr>
        </p:nvSpPr>
        <p:spPr>
          <a:xfrm>
            <a:off x="3726025" y="3554150"/>
            <a:ext cx="46980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 is a workday!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2"/>
          <p:cNvSpPr/>
          <p:nvPr/>
        </p:nvSpPr>
        <p:spPr>
          <a:xfrm rot="2323444">
            <a:off x="3948675" y="1274209"/>
            <a:ext cx="4147563" cy="3874127"/>
          </a:xfrm>
          <a:custGeom>
            <a:rect b="b" l="l" r="r" t="t"/>
            <a:pathLst>
              <a:path extrusionOk="0" h="145450" w="156773">
                <a:moveTo>
                  <a:pt x="125624" y="0"/>
                </a:moveTo>
                <a:cubicBezTo>
                  <a:pt x="116880" y="0"/>
                  <a:pt x="107504" y="2838"/>
                  <a:pt x="98887" y="4543"/>
                </a:cubicBezTo>
                <a:cubicBezTo>
                  <a:pt x="72625" y="9749"/>
                  <a:pt x="53253" y="15683"/>
                  <a:pt x="36217" y="38692"/>
                </a:cubicBezTo>
                <a:cubicBezTo>
                  <a:pt x="20750" y="59633"/>
                  <a:pt x="13055" y="85206"/>
                  <a:pt x="5667" y="110167"/>
                </a:cubicBezTo>
                <a:cubicBezTo>
                  <a:pt x="2451" y="120963"/>
                  <a:pt x="1" y="134631"/>
                  <a:pt x="8653" y="141866"/>
                </a:cubicBezTo>
                <a:cubicBezTo>
                  <a:pt x="11699" y="144411"/>
                  <a:pt x="15215" y="145450"/>
                  <a:pt x="18928" y="145450"/>
                </a:cubicBezTo>
                <a:cubicBezTo>
                  <a:pt x="27112" y="145450"/>
                  <a:pt x="36251" y="140403"/>
                  <a:pt x="43414" y="135320"/>
                </a:cubicBezTo>
                <a:cubicBezTo>
                  <a:pt x="66308" y="119088"/>
                  <a:pt x="89202" y="102855"/>
                  <a:pt x="112095" y="86623"/>
                </a:cubicBezTo>
                <a:cubicBezTo>
                  <a:pt x="124461" y="77818"/>
                  <a:pt x="137133" y="68783"/>
                  <a:pt x="145441" y="56073"/>
                </a:cubicBezTo>
                <a:cubicBezTo>
                  <a:pt x="153710" y="43401"/>
                  <a:pt x="156773" y="26096"/>
                  <a:pt x="148963" y="13118"/>
                </a:cubicBezTo>
                <a:cubicBezTo>
                  <a:pt x="142830" y="2962"/>
                  <a:pt x="134557" y="0"/>
                  <a:pt x="1256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2"/>
          <p:cNvSpPr txBox="1"/>
          <p:nvPr>
            <p:ph type="title"/>
          </p:nvPr>
        </p:nvSpPr>
        <p:spPr>
          <a:xfrm>
            <a:off x="3471450" y="161000"/>
            <a:ext cx="5517000" cy="21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could have a robot/AI assistant automate any task for you, what would it be? I.e. dishwashing, driving, etc. Get creative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4" name="Google Shape;344;p52"/>
          <p:cNvGrpSpPr/>
          <p:nvPr/>
        </p:nvGrpSpPr>
        <p:grpSpPr>
          <a:xfrm>
            <a:off x="230779" y="371403"/>
            <a:ext cx="3448024" cy="3700183"/>
            <a:chOff x="554947" y="1026563"/>
            <a:chExt cx="2645813" cy="2839524"/>
          </a:xfrm>
        </p:grpSpPr>
        <p:sp>
          <p:nvSpPr>
            <p:cNvPr id="345" name="Google Shape;345;p52"/>
            <p:cNvSpPr/>
            <p:nvPr/>
          </p:nvSpPr>
          <p:spPr>
            <a:xfrm>
              <a:off x="784197" y="1026563"/>
              <a:ext cx="260948" cy="175097"/>
            </a:xfrm>
            <a:custGeom>
              <a:rect b="b" l="l" r="r" t="t"/>
              <a:pathLst>
                <a:path extrusionOk="0" h="2768" w="4125">
                  <a:moveTo>
                    <a:pt x="2158" y="1"/>
                  </a:moveTo>
                  <a:cubicBezTo>
                    <a:pt x="2117" y="1"/>
                    <a:pt x="2075" y="2"/>
                    <a:pt x="2032" y="5"/>
                  </a:cubicBezTo>
                  <a:cubicBezTo>
                    <a:pt x="0" y="51"/>
                    <a:pt x="206" y="2767"/>
                    <a:pt x="1895" y="2767"/>
                  </a:cubicBezTo>
                  <a:cubicBezTo>
                    <a:pt x="4124" y="2745"/>
                    <a:pt x="3893" y="1"/>
                    <a:pt x="21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2"/>
            <p:cNvSpPr/>
            <p:nvPr/>
          </p:nvSpPr>
          <p:spPr>
            <a:xfrm>
              <a:off x="1015788" y="1241326"/>
              <a:ext cx="1816258" cy="1178234"/>
            </a:xfrm>
            <a:custGeom>
              <a:rect b="b" l="l" r="r" t="t"/>
              <a:pathLst>
                <a:path extrusionOk="0" h="18626" w="28711">
                  <a:moveTo>
                    <a:pt x="13442" y="1"/>
                  </a:moveTo>
                  <a:cubicBezTo>
                    <a:pt x="2710" y="1"/>
                    <a:pt x="1" y="17905"/>
                    <a:pt x="15558" y="18614"/>
                  </a:cubicBezTo>
                  <a:cubicBezTo>
                    <a:pt x="15734" y="18622"/>
                    <a:pt x="15907" y="18626"/>
                    <a:pt x="16079" y="18626"/>
                  </a:cubicBezTo>
                  <a:cubicBezTo>
                    <a:pt x="27358" y="18626"/>
                    <a:pt x="28711" y="1836"/>
                    <a:pt x="15535" y="217"/>
                  </a:cubicBezTo>
                  <a:cubicBezTo>
                    <a:pt x="14808" y="70"/>
                    <a:pt x="14109" y="1"/>
                    <a:pt x="13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2"/>
            <p:cNvSpPr/>
            <p:nvPr/>
          </p:nvSpPr>
          <p:spPr>
            <a:xfrm>
              <a:off x="554947" y="2278829"/>
              <a:ext cx="2237823" cy="1587257"/>
            </a:xfrm>
            <a:custGeom>
              <a:rect b="b" l="l" r="r" t="t"/>
              <a:pathLst>
                <a:path extrusionOk="0" h="25092" w="35375">
                  <a:moveTo>
                    <a:pt x="15563" y="1"/>
                  </a:moveTo>
                  <a:cubicBezTo>
                    <a:pt x="2731" y="1"/>
                    <a:pt x="1" y="19146"/>
                    <a:pt x="12754" y="23326"/>
                  </a:cubicBezTo>
                  <a:cubicBezTo>
                    <a:pt x="16217" y="24472"/>
                    <a:pt x="19417" y="25092"/>
                    <a:pt x="22243" y="25092"/>
                  </a:cubicBezTo>
                  <a:cubicBezTo>
                    <a:pt x="28935" y="25092"/>
                    <a:pt x="33532" y="21614"/>
                    <a:pt x="34575" y="13397"/>
                  </a:cubicBezTo>
                  <a:cubicBezTo>
                    <a:pt x="35374" y="7052"/>
                    <a:pt x="30147" y="2167"/>
                    <a:pt x="24372" y="1003"/>
                  </a:cubicBezTo>
                  <a:lnTo>
                    <a:pt x="18415" y="296"/>
                  </a:lnTo>
                  <a:cubicBezTo>
                    <a:pt x="17416" y="95"/>
                    <a:pt x="16465" y="1"/>
                    <a:pt x="155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52"/>
            <p:cNvSpPr/>
            <p:nvPr/>
          </p:nvSpPr>
          <p:spPr>
            <a:xfrm>
              <a:off x="2157862" y="1829694"/>
              <a:ext cx="740269" cy="257015"/>
            </a:xfrm>
            <a:custGeom>
              <a:rect b="b" l="l" r="r" t="t"/>
              <a:pathLst>
                <a:path extrusionOk="0" h="4063" w="11702">
                  <a:moveTo>
                    <a:pt x="1864" y="0"/>
                  </a:moveTo>
                  <a:lnTo>
                    <a:pt x="1864" y="0"/>
                  </a:lnTo>
                  <a:cubicBezTo>
                    <a:pt x="1" y="3122"/>
                    <a:pt x="1699" y="4063"/>
                    <a:pt x="4370" y="4063"/>
                  </a:cubicBezTo>
                  <a:cubicBezTo>
                    <a:pt x="6641" y="4063"/>
                    <a:pt x="9614" y="3383"/>
                    <a:pt x="11701" y="2785"/>
                  </a:cubicBezTo>
                  <a:cubicBezTo>
                    <a:pt x="7388" y="1119"/>
                    <a:pt x="4740" y="594"/>
                    <a:pt x="18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52"/>
            <p:cNvSpPr/>
            <p:nvPr/>
          </p:nvSpPr>
          <p:spPr>
            <a:xfrm>
              <a:off x="2041846" y="1722850"/>
              <a:ext cx="132909" cy="102540"/>
            </a:xfrm>
            <a:custGeom>
              <a:rect b="b" l="l" r="r" t="t"/>
              <a:pathLst>
                <a:path extrusionOk="0" h="1621" w="2101">
                  <a:moveTo>
                    <a:pt x="1050" y="0"/>
                  </a:moveTo>
                  <a:cubicBezTo>
                    <a:pt x="0" y="0"/>
                    <a:pt x="0" y="1621"/>
                    <a:pt x="1050" y="1621"/>
                  </a:cubicBezTo>
                  <a:cubicBezTo>
                    <a:pt x="2100" y="1621"/>
                    <a:pt x="2100" y="0"/>
                    <a:pt x="10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52"/>
            <p:cNvSpPr/>
            <p:nvPr/>
          </p:nvSpPr>
          <p:spPr>
            <a:xfrm>
              <a:off x="2355167" y="1722850"/>
              <a:ext cx="131454" cy="102540"/>
            </a:xfrm>
            <a:custGeom>
              <a:rect b="b" l="l" r="r" t="t"/>
              <a:pathLst>
                <a:path extrusionOk="0" h="1621" w="2078">
                  <a:moveTo>
                    <a:pt x="1050" y="0"/>
                  </a:moveTo>
                  <a:cubicBezTo>
                    <a:pt x="0" y="0"/>
                    <a:pt x="0" y="1621"/>
                    <a:pt x="1050" y="1621"/>
                  </a:cubicBezTo>
                  <a:cubicBezTo>
                    <a:pt x="2077" y="1621"/>
                    <a:pt x="2077" y="0"/>
                    <a:pt x="10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52"/>
            <p:cNvSpPr/>
            <p:nvPr/>
          </p:nvSpPr>
          <p:spPr>
            <a:xfrm>
              <a:off x="1969857" y="1971266"/>
              <a:ext cx="404231" cy="217796"/>
            </a:xfrm>
            <a:custGeom>
              <a:rect b="b" l="l" r="r" t="t"/>
              <a:pathLst>
                <a:path extrusionOk="0" h="3443" w="6390">
                  <a:moveTo>
                    <a:pt x="486" y="0"/>
                  </a:moveTo>
                  <a:cubicBezTo>
                    <a:pt x="239" y="0"/>
                    <a:pt x="1" y="190"/>
                    <a:pt x="111" y="479"/>
                  </a:cubicBezTo>
                  <a:cubicBezTo>
                    <a:pt x="802" y="2533"/>
                    <a:pt x="2913" y="3442"/>
                    <a:pt x="4963" y="3442"/>
                  </a:cubicBezTo>
                  <a:cubicBezTo>
                    <a:pt x="5282" y="3442"/>
                    <a:pt x="5599" y="3420"/>
                    <a:pt x="5909" y="3377"/>
                  </a:cubicBezTo>
                  <a:cubicBezTo>
                    <a:pt x="6390" y="3312"/>
                    <a:pt x="6200" y="2597"/>
                    <a:pt x="5742" y="2597"/>
                  </a:cubicBezTo>
                  <a:cubicBezTo>
                    <a:pt x="5722" y="2597"/>
                    <a:pt x="5701" y="2598"/>
                    <a:pt x="5680" y="2601"/>
                  </a:cubicBezTo>
                  <a:cubicBezTo>
                    <a:pt x="5440" y="2634"/>
                    <a:pt x="5191" y="2651"/>
                    <a:pt x="4938" y="2651"/>
                  </a:cubicBezTo>
                  <a:cubicBezTo>
                    <a:pt x="3271" y="2651"/>
                    <a:pt x="1442" y="1918"/>
                    <a:pt x="887" y="273"/>
                  </a:cubicBezTo>
                  <a:cubicBezTo>
                    <a:pt x="814" y="83"/>
                    <a:pt x="648" y="0"/>
                    <a:pt x="4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52"/>
            <p:cNvSpPr/>
            <p:nvPr/>
          </p:nvSpPr>
          <p:spPr>
            <a:xfrm>
              <a:off x="1702525" y="1789271"/>
              <a:ext cx="262845" cy="205081"/>
            </a:xfrm>
            <a:custGeom>
              <a:rect b="b" l="l" r="r" t="t"/>
              <a:pathLst>
                <a:path extrusionOk="0" h="3242" w="4155">
                  <a:moveTo>
                    <a:pt x="2077" y="0"/>
                  </a:moveTo>
                  <a:cubicBezTo>
                    <a:pt x="0" y="0"/>
                    <a:pt x="0" y="3241"/>
                    <a:pt x="2077" y="3241"/>
                  </a:cubicBezTo>
                  <a:cubicBezTo>
                    <a:pt x="4154" y="3241"/>
                    <a:pt x="4154" y="0"/>
                    <a:pt x="20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52"/>
            <p:cNvSpPr/>
            <p:nvPr/>
          </p:nvSpPr>
          <p:spPr>
            <a:xfrm>
              <a:off x="2487124" y="2270416"/>
              <a:ext cx="713636" cy="569634"/>
            </a:xfrm>
            <a:custGeom>
              <a:rect b="b" l="l" r="r" t="t"/>
              <a:pathLst>
                <a:path extrusionOk="0" h="9005" w="11281">
                  <a:moveTo>
                    <a:pt x="10042" y="1"/>
                  </a:moveTo>
                  <a:cubicBezTo>
                    <a:pt x="9864" y="1"/>
                    <a:pt x="9679" y="60"/>
                    <a:pt x="9509" y="200"/>
                  </a:cubicBezTo>
                  <a:cubicBezTo>
                    <a:pt x="6565" y="2688"/>
                    <a:pt x="3598" y="5176"/>
                    <a:pt x="630" y="7642"/>
                  </a:cubicBezTo>
                  <a:cubicBezTo>
                    <a:pt x="1" y="8181"/>
                    <a:pt x="591" y="9005"/>
                    <a:pt x="1260" y="9005"/>
                  </a:cubicBezTo>
                  <a:cubicBezTo>
                    <a:pt x="1440" y="9005"/>
                    <a:pt x="1625" y="8946"/>
                    <a:pt x="1794" y="8806"/>
                  </a:cubicBezTo>
                  <a:cubicBezTo>
                    <a:pt x="4739" y="6318"/>
                    <a:pt x="7706" y="3830"/>
                    <a:pt x="10651" y="1342"/>
                  </a:cubicBezTo>
                  <a:cubicBezTo>
                    <a:pt x="11280" y="820"/>
                    <a:pt x="10705" y="1"/>
                    <a:pt x="100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52"/>
            <p:cNvSpPr/>
            <p:nvPr/>
          </p:nvSpPr>
          <p:spPr>
            <a:xfrm>
              <a:off x="2878570" y="2199503"/>
              <a:ext cx="99698" cy="293199"/>
            </a:xfrm>
            <a:custGeom>
              <a:rect b="b" l="l" r="r" t="t"/>
              <a:pathLst>
                <a:path extrusionOk="0" h="4635" w="1576">
                  <a:moveTo>
                    <a:pt x="582" y="0"/>
                  </a:moveTo>
                  <a:cubicBezTo>
                    <a:pt x="282" y="0"/>
                    <a:pt x="1" y="195"/>
                    <a:pt x="35" y="591"/>
                  </a:cubicBezTo>
                  <a:lnTo>
                    <a:pt x="331" y="4061"/>
                  </a:lnTo>
                  <a:cubicBezTo>
                    <a:pt x="366" y="4440"/>
                    <a:pt x="690" y="4634"/>
                    <a:pt x="994" y="4634"/>
                  </a:cubicBezTo>
                  <a:cubicBezTo>
                    <a:pt x="1294" y="4634"/>
                    <a:pt x="1575" y="4446"/>
                    <a:pt x="1541" y="4061"/>
                  </a:cubicBezTo>
                  <a:cubicBezTo>
                    <a:pt x="1450" y="2896"/>
                    <a:pt x="1336" y="1732"/>
                    <a:pt x="1244" y="591"/>
                  </a:cubicBezTo>
                  <a:cubicBezTo>
                    <a:pt x="1210" y="200"/>
                    <a:pt x="886" y="0"/>
                    <a:pt x="5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52"/>
            <p:cNvSpPr/>
            <p:nvPr/>
          </p:nvSpPr>
          <p:spPr>
            <a:xfrm>
              <a:off x="2788363" y="2535596"/>
              <a:ext cx="384051" cy="107348"/>
            </a:xfrm>
            <a:custGeom>
              <a:rect b="b" l="l" r="r" t="t"/>
              <a:pathLst>
                <a:path extrusionOk="0" h="1697" w="6071">
                  <a:moveTo>
                    <a:pt x="714" y="0"/>
                  </a:moveTo>
                  <a:cubicBezTo>
                    <a:pt x="0" y="0"/>
                    <a:pt x="21" y="1146"/>
                    <a:pt x="776" y="1213"/>
                  </a:cubicBezTo>
                  <a:cubicBezTo>
                    <a:pt x="2282" y="1372"/>
                    <a:pt x="3789" y="1532"/>
                    <a:pt x="5295" y="1692"/>
                  </a:cubicBezTo>
                  <a:cubicBezTo>
                    <a:pt x="5323" y="1695"/>
                    <a:pt x="5350" y="1697"/>
                    <a:pt x="5375" y="1697"/>
                  </a:cubicBezTo>
                  <a:cubicBezTo>
                    <a:pt x="6070" y="1697"/>
                    <a:pt x="6044" y="548"/>
                    <a:pt x="5295" y="482"/>
                  </a:cubicBezTo>
                  <a:cubicBezTo>
                    <a:pt x="3789" y="322"/>
                    <a:pt x="2282" y="163"/>
                    <a:pt x="776" y="3"/>
                  </a:cubicBezTo>
                  <a:cubicBezTo>
                    <a:pt x="754" y="1"/>
                    <a:pt x="734" y="0"/>
                    <a:pt x="7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2"/>
            <p:cNvSpPr/>
            <p:nvPr/>
          </p:nvSpPr>
          <p:spPr>
            <a:xfrm>
              <a:off x="598786" y="2102971"/>
              <a:ext cx="671442" cy="529212"/>
            </a:xfrm>
            <a:custGeom>
              <a:rect b="b" l="l" r="r" t="t"/>
              <a:pathLst>
                <a:path extrusionOk="0" h="8366" w="10614">
                  <a:moveTo>
                    <a:pt x="1256" y="0"/>
                  </a:moveTo>
                  <a:cubicBezTo>
                    <a:pt x="587" y="0"/>
                    <a:pt x="1" y="824"/>
                    <a:pt x="649" y="1364"/>
                  </a:cubicBezTo>
                  <a:cubicBezTo>
                    <a:pt x="3365" y="3624"/>
                    <a:pt x="6104" y="5906"/>
                    <a:pt x="8820" y="8166"/>
                  </a:cubicBezTo>
                  <a:cubicBezTo>
                    <a:pt x="8990" y="8306"/>
                    <a:pt x="9175" y="8365"/>
                    <a:pt x="9355" y="8365"/>
                  </a:cubicBezTo>
                  <a:cubicBezTo>
                    <a:pt x="10024" y="8365"/>
                    <a:pt x="10614" y="7546"/>
                    <a:pt x="9984" y="7024"/>
                  </a:cubicBezTo>
                  <a:cubicBezTo>
                    <a:pt x="7245" y="4765"/>
                    <a:pt x="4506" y="2482"/>
                    <a:pt x="1790" y="200"/>
                  </a:cubicBezTo>
                  <a:cubicBezTo>
                    <a:pt x="1621" y="60"/>
                    <a:pt x="1436" y="0"/>
                    <a:pt x="12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52"/>
            <p:cNvSpPr/>
            <p:nvPr/>
          </p:nvSpPr>
          <p:spPr>
            <a:xfrm>
              <a:off x="872949" y="2062865"/>
              <a:ext cx="96851" cy="293199"/>
            </a:xfrm>
            <a:custGeom>
              <a:rect b="b" l="l" r="r" t="t"/>
              <a:pathLst>
                <a:path extrusionOk="0" h="4635" w="1531">
                  <a:moveTo>
                    <a:pt x="943" y="1"/>
                  </a:moveTo>
                  <a:cubicBezTo>
                    <a:pt x="640" y="1"/>
                    <a:pt x="321" y="195"/>
                    <a:pt x="286" y="583"/>
                  </a:cubicBezTo>
                  <a:cubicBezTo>
                    <a:pt x="195" y="1724"/>
                    <a:pt x="127" y="2888"/>
                    <a:pt x="35" y="4052"/>
                  </a:cubicBezTo>
                  <a:cubicBezTo>
                    <a:pt x="1" y="4440"/>
                    <a:pt x="286" y="4634"/>
                    <a:pt x="589" y="4634"/>
                  </a:cubicBezTo>
                  <a:cubicBezTo>
                    <a:pt x="891" y="4634"/>
                    <a:pt x="1211" y="4440"/>
                    <a:pt x="1245" y="4052"/>
                  </a:cubicBezTo>
                  <a:cubicBezTo>
                    <a:pt x="1336" y="2888"/>
                    <a:pt x="1405" y="1724"/>
                    <a:pt x="1496" y="583"/>
                  </a:cubicBezTo>
                  <a:cubicBezTo>
                    <a:pt x="1530" y="195"/>
                    <a:pt x="1245" y="1"/>
                    <a:pt x="9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52"/>
            <p:cNvSpPr/>
            <p:nvPr/>
          </p:nvSpPr>
          <p:spPr>
            <a:xfrm>
              <a:off x="631174" y="2370997"/>
              <a:ext cx="402840" cy="105767"/>
            </a:xfrm>
            <a:custGeom>
              <a:rect b="b" l="l" r="r" t="t"/>
              <a:pathLst>
                <a:path extrusionOk="0" h="1672" w="6368">
                  <a:moveTo>
                    <a:pt x="5654" y="0"/>
                  </a:moveTo>
                  <a:cubicBezTo>
                    <a:pt x="5634" y="0"/>
                    <a:pt x="5613" y="1"/>
                    <a:pt x="5592" y="3"/>
                  </a:cubicBezTo>
                  <a:cubicBezTo>
                    <a:pt x="3994" y="163"/>
                    <a:pt x="2374" y="300"/>
                    <a:pt x="776" y="459"/>
                  </a:cubicBezTo>
                  <a:cubicBezTo>
                    <a:pt x="21" y="526"/>
                    <a:pt x="0" y="1672"/>
                    <a:pt x="714" y="1672"/>
                  </a:cubicBezTo>
                  <a:cubicBezTo>
                    <a:pt x="734" y="1672"/>
                    <a:pt x="754" y="1671"/>
                    <a:pt x="776" y="1669"/>
                  </a:cubicBezTo>
                  <a:cubicBezTo>
                    <a:pt x="2374" y="1532"/>
                    <a:pt x="3994" y="1372"/>
                    <a:pt x="5592" y="1213"/>
                  </a:cubicBezTo>
                  <a:cubicBezTo>
                    <a:pt x="6347" y="1146"/>
                    <a:pt x="6367" y="0"/>
                    <a:pt x="56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52"/>
            <p:cNvSpPr/>
            <p:nvPr/>
          </p:nvSpPr>
          <p:spPr>
            <a:xfrm>
              <a:off x="1166470" y="2322035"/>
              <a:ext cx="603374" cy="1054186"/>
            </a:xfrm>
            <a:custGeom>
              <a:rect b="b" l="l" r="r" t="t"/>
              <a:pathLst>
                <a:path extrusionOk="0" h="16665" w="9538">
                  <a:moveTo>
                    <a:pt x="6594" y="0"/>
                  </a:moveTo>
                  <a:cubicBezTo>
                    <a:pt x="5615" y="0"/>
                    <a:pt x="4617" y="497"/>
                    <a:pt x="4183" y="1644"/>
                  </a:cubicBezTo>
                  <a:cubicBezTo>
                    <a:pt x="2677" y="5570"/>
                    <a:pt x="1421" y="9565"/>
                    <a:pt x="440" y="13650"/>
                  </a:cubicBezTo>
                  <a:cubicBezTo>
                    <a:pt x="1" y="15475"/>
                    <a:pt x="1515" y="16664"/>
                    <a:pt x="2953" y="16664"/>
                  </a:cubicBezTo>
                  <a:cubicBezTo>
                    <a:pt x="3907" y="16664"/>
                    <a:pt x="4827" y="16140"/>
                    <a:pt x="5119" y="14928"/>
                  </a:cubicBezTo>
                  <a:cubicBezTo>
                    <a:pt x="6100" y="10843"/>
                    <a:pt x="7356" y="6848"/>
                    <a:pt x="8862" y="2922"/>
                  </a:cubicBezTo>
                  <a:cubicBezTo>
                    <a:pt x="9538" y="1157"/>
                    <a:pt x="8089" y="0"/>
                    <a:pt x="65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52"/>
            <p:cNvSpPr/>
            <p:nvPr/>
          </p:nvSpPr>
          <p:spPr>
            <a:xfrm>
              <a:off x="1561015" y="2466454"/>
              <a:ext cx="17397" cy="47696"/>
            </a:xfrm>
            <a:custGeom>
              <a:rect b="b" l="l" r="r" t="t"/>
              <a:pathLst>
                <a:path extrusionOk="0" fill="none" h="754" w="275">
                  <a:moveTo>
                    <a:pt x="274" y="0"/>
                  </a:moveTo>
                  <a:cubicBezTo>
                    <a:pt x="183" y="251"/>
                    <a:pt x="92" y="502"/>
                    <a:pt x="0" y="754"/>
                  </a:cubicBezTo>
                </a:path>
              </a:pathLst>
            </a:custGeom>
            <a:noFill/>
            <a:ln cap="flat" cmpd="sng" w="112975">
              <a:solidFill>
                <a:srgbClr val="388369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52"/>
            <p:cNvSpPr/>
            <p:nvPr/>
          </p:nvSpPr>
          <p:spPr>
            <a:xfrm>
              <a:off x="1374718" y="2672930"/>
              <a:ext cx="128608" cy="421674"/>
            </a:xfrm>
            <a:custGeom>
              <a:rect b="b" l="l" r="r" t="t"/>
              <a:pathLst>
                <a:path extrusionOk="0" fill="none" h="6666" w="2033">
                  <a:moveTo>
                    <a:pt x="2032" y="0"/>
                  </a:moveTo>
                  <a:cubicBezTo>
                    <a:pt x="1279" y="2192"/>
                    <a:pt x="594" y="4428"/>
                    <a:pt x="1" y="6665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52"/>
            <p:cNvSpPr/>
            <p:nvPr/>
          </p:nvSpPr>
          <p:spPr>
            <a:xfrm>
              <a:off x="1341507" y="3176848"/>
              <a:ext cx="13095" cy="49151"/>
            </a:xfrm>
            <a:custGeom>
              <a:rect b="b" l="l" r="r" t="t"/>
              <a:pathLst>
                <a:path extrusionOk="0" fill="none" h="777" w="207">
                  <a:moveTo>
                    <a:pt x="206" y="0"/>
                  </a:moveTo>
                  <a:cubicBezTo>
                    <a:pt x="138" y="251"/>
                    <a:pt x="69" y="502"/>
                    <a:pt x="1" y="776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52"/>
            <p:cNvSpPr/>
            <p:nvPr/>
          </p:nvSpPr>
          <p:spPr>
            <a:xfrm>
              <a:off x="1109031" y="2084689"/>
              <a:ext cx="1560814" cy="554768"/>
            </a:xfrm>
            <a:custGeom>
              <a:rect b="b" l="l" r="r" t="t"/>
              <a:pathLst>
                <a:path extrusionOk="0" h="8770" w="24673">
                  <a:moveTo>
                    <a:pt x="3347" y="1"/>
                  </a:moveTo>
                  <a:cubicBezTo>
                    <a:pt x="1336" y="1"/>
                    <a:pt x="1" y="3171"/>
                    <a:pt x="2169" y="4597"/>
                  </a:cubicBezTo>
                  <a:cubicBezTo>
                    <a:pt x="6114" y="7248"/>
                    <a:pt x="10804" y="8769"/>
                    <a:pt x="15512" y="8769"/>
                  </a:cubicBezTo>
                  <a:cubicBezTo>
                    <a:pt x="17696" y="8769"/>
                    <a:pt x="19885" y="8442"/>
                    <a:pt x="22005" y="7747"/>
                  </a:cubicBezTo>
                  <a:cubicBezTo>
                    <a:pt x="24672" y="6858"/>
                    <a:pt x="23893" y="2934"/>
                    <a:pt x="21499" y="2934"/>
                  </a:cubicBezTo>
                  <a:cubicBezTo>
                    <a:pt x="21250" y="2934"/>
                    <a:pt x="20985" y="2976"/>
                    <a:pt x="20703" y="3068"/>
                  </a:cubicBezTo>
                  <a:cubicBezTo>
                    <a:pt x="18968" y="3639"/>
                    <a:pt x="17211" y="3907"/>
                    <a:pt x="15469" y="3907"/>
                  </a:cubicBezTo>
                  <a:cubicBezTo>
                    <a:pt x="11642" y="3907"/>
                    <a:pt x="7890" y="2616"/>
                    <a:pt x="4612" y="420"/>
                  </a:cubicBezTo>
                  <a:cubicBezTo>
                    <a:pt x="4178" y="127"/>
                    <a:pt x="3749" y="1"/>
                    <a:pt x="3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2"/>
            <p:cNvSpPr/>
            <p:nvPr/>
          </p:nvSpPr>
          <p:spPr>
            <a:xfrm>
              <a:off x="1322783" y="2244100"/>
              <a:ext cx="43333" cy="27454"/>
            </a:xfrm>
            <a:custGeom>
              <a:rect b="b" l="l" r="r" t="t"/>
              <a:pathLst>
                <a:path extrusionOk="0" fill="none" h="434" w="685">
                  <a:moveTo>
                    <a:pt x="0" y="0"/>
                  </a:moveTo>
                  <a:cubicBezTo>
                    <a:pt x="228" y="137"/>
                    <a:pt x="457" y="297"/>
                    <a:pt x="685" y="434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52"/>
            <p:cNvSpPr/>
            <p:nvPr/>
          </p:nvSpPr>
          <p:spPr>
            <a:xfrm>
              <a:off x="1535016" y="2363912"/>
              <a:ext cx="782653" cy="154538"/>
            </a:xfrm>
            <a:custGeom>
              <a:rect b="b" l="l" r="r" t="t"/>
              <a:pathLst>
                <a:path extrusionOk="0" fill="none" h="2443" w="12372">
                  <a:moveTo>
                    <a:pt x="0" y="1"/>
                  </a:moveTo>
                  <a:cubicBezTo>
                    <a:pt x="3858" y="1758"/>
                    <a:pt x="8240" y="2443"/>
                    <a:pt x="12372" y="1598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52"/>
            <p:cNvSpPr/>
            <p:nvPr/>
          </p:nvSpPr>
          <p:spPr>
            <a:xfrm>
              <a:off x="2411467" y="2426032"/>
              <a:ext cx="49153" cy="15941"/>
            </a:xfrm>
            <a:custGeom>
              <a:rect b="b" l="l" r="r" t="t"/>
              <a:pathLst>
                <a:path extrusionOk="0" fill="none" h="252" w="777">
                  <a:moveTo>
                    <a:pt x="0" y="251"/>
                  </a:moveTo>
                  <a:cubicBezTo>
                    <a:pt x="251" y="183"/>
                    <a:pt x="525" y="91"/>
                    <a:pt x="776" y="0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52"/>
            <p:cNvSpPr/>
            <p:nvPr/>
          </p:nvSpPr>
          <p:spPr>
            <a:xfrm>
              <a:off x="2018693" y="2683052"/>
              <a:ext cx="330723" cy="255624"/>
            </a:xfrm>
            <a:custGeom>
              <a:rect b="b" l="l" r="r" t="t"/>
              <a:pathLst>
                <a:path extrusionOk="0" h="4041" w="5228">
                  <a:moveTo>
                    <a:pt x="2626" y="0"/>
                  </a:moveTo>
                  <a:cubicBezTo>
                    <a:pt x="1" y="0"/>
                    <a:pt x="1" y="4040"/>
                    <a:pt x="2626" y="4040"/>
                  </a:cubicBezTo>
                  <a:cubicBezTo>
                    <a:pt x="5228" y="4040"/>
                    <a:pt x="5228" y="0"/>
                    <a:pt x="26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52"/>
            <p:cNvSpPr/>
            <p:nvPr/>
          </p:nvSpPr>
          <p:spPr>
            <a:xfrm>
              <a:off x="2183292" y="2746563"/>
              <a:ext cx="78063" cy="62119"/>
            </a:xfrm>
            <a:custGeom>
              <a:rect b="b" l="l" r="r" t="t"/>
              <a:pathLst>
                <a:path extrusionOk="0" h="982" w="1234">
                  <a:moveTo>
                    <a:pt x="617" y="0"/>
                  </a:moveTo>
                  <a:cubicBezTo>
                    <a:pt x="1" y="0"/>
                    <a:pt x="1" y="982"/>
                    <a:pt x="617" y="982"/>
                  </a:cubicBezTo>
                  <a:cubicBezTo>
                    <a:pt x="1234" y="982"/>
                    <a:pt x="1234" y="0"/>
                    <a:pt x="6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2"/>
            <p:cNvSpPr/>
            <p:nvPr/>
          </p:nvSpPr>
          <p:spPr>
            <a:xfrm>
              <a:off x="2126992" y="2818741"/>
              <a:ext cx="78063" cy="62182"/>
            </a:xfrm>
            <a:custGeom>
              <a:rect b="b" l="l" r="r" t="t"/>
              <a:pathLst>
                <a:path extrusionOk="0" h="983" w="1234">
                  <a:moveTo>
                    <a:pt x="617" y="1"/>
                  </a:moveTo>
                  <a:cubicBezTo>
                    <a:pt x="1" y="1"/>
                    <a:pt x="1" y="982"/>
                    <a:pt x="617" y="982"/>
                  </a:cubicBezTo>
                  <a:cubicBezTo>
                    <a:pt x="1233" y="982"/>
                    <a:pt x="1233" y="1"/>
                    <a:pt x="6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2"/>
            <p:cNvSpPr/>
            <p:nvPr/>
          </p:nvSpPr>
          <p:spPr>
            <a:xfrm>
              <a:off x="2060570" y="3067094"/>
              <a:ext cx="329268" cy="255624"/>
            </a:xfrm>
            <a:custGeom>
              <a:rect b="b" l="l" r="r" t="t"/>
              <a:pathLst>
                <a:path extrusionOk="0" h="4041" w="5205">
                  <a:moveTo>
                    <a:pt x="2603" y="1"/>
                  </a:moveTo>
                  <a:cubicBezTo>
                    <a:pt x="1" y="1"/>
                    <a:pt x="1" y="4041"/>
                    <a:pt x="2603" y="4041"/>
                  </a:cubicBezTo>
                  <a:cubicBezTo>
                    <a:pt x="5205" y="4041"/>
                    <a:pt x="5205" y="1"/>
                    <a:pt x="2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2"/>
            <p:cNvSpPr/>
            <p:nvPr/>
          </p:nvSpPr>
          <p:spPr>
            <a:xfrm>
              <a:off x="2223778" y="3130606"/>
              <a:ext cx="79455" cy="60727"/>
            </a:xfrm>
            <a:custGeom>
              <a:rect b="b" l="l" r="r" t="t"/>
              <a:pathLst>
                <a:path extrusionOk="0" h="960" w="1256">
                  <a:moveTo>
                    <a:pt x="616" y="1"/>
                  </a:moveTo>
                  <a:cubicBezTo>
                    <a:pt x="0" y="1"/>
                    <a:pt x="0" y="960"/>
                    <a:pt x="616" y="960"/>
                  </a:cubicBezTo>
                  <a:cubicBezTo>
                    <a:pt x="1255" y="960"/>
                    <a:pt x="1255" y="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52"/>
            <p:cNvSpPr/>
            <p:nvPr/>
          </p:nvSpPr>
          <p:spPr>
            <a:xfrm>
              <a:off x="2167414" y="3202847"/>
              <a:ext cx="79518" cy="60664"/>
            </a:xfrm>
            <a:custGeom>
              <a:rect b="b" l="l" r="r" t="t"/>
              <a:pathLst>
                <a:path extrusionOk="0" h="959" w="1257">
                  <a:moveTo>
                    <a:pt x="617" y="0"/>
                  </a:moveTo>
                  <a:cubicBezTo>
                    <a:pt x="1" y="0"/>
                    <a:pt x="1" y="959"/>
                    <a:pt x="617" y="959"/>
                  </a:cubicBezTo>
                  <a:cubicBezTo>
                    <a:pt x="1256" y="959"/>
                    <a:pt x="1256" y="0"/>
                    <a:pt x="6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3" name="Google Shape;373;p52"/>
          <p:cNvSpPr txBox="1"/>
          <p:nvPr>
            <p:ph type="title"/>
          </p:nvPr>
        </p:nvSpPr>
        <p:spPr>
          <a:xfrm>
            <a:off x="3558175" y="2327025"/>
            <a:ext cx="5517000" cy="21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Dishwasher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Litter robots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Lawnmover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-Meal prep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3"/>
          <p:cNvSpPr/>
          <p:nvPr/>
        </p:nvSpPr>
        <p:spPr>
          <a:xfrm rot="2323444">
            <a:off x="3948675" y="1274209"/>
            <a:ext cx="4147563" cy="3874127"/>
          </a:xfrm>
          <a:custGeom>
            <a:rect b="b" l="l" r="r" t="t"/>
            <a:pathLst>
              <a:path extrusionOk="0" h="145450" w="156773">
                <a:moveTo>
                  <a:pt x="125624" y="0"/>
                </a:moveTo>
                <a:cubicBezTo>
                  <a:pt x="116880" y="0"/>
                  <a:pt x="107504" y="2838"/>
                  <a:pt x="98887" y="4543"/>
                </a:cubicBezTo>
                <a:cubicBezTo>
                  <a:pt x="72625" y="9749"/>
                  <a:pt x="53253" y="15683"/>
                  <a:pt x="36217" y="38692"/>
                </a:cubicBezTo>
                <a:cubicBezTo>
                  <a:pt x="20750" y="59633"/>
                  <a:pt x="13055" y="85206"/>
                  <a:pt x="5667" y="110167"/>
                </a:cubicBezTo>
                <a:cubicBezTo>
                  <a:pt x="2451" y="120963"/>
                  <a:pt x="1" y="134631"/>
                  <a:pt x="8653" y="141866"/>
                </a:cubicBezTo>
                <a:cubicBezTo>
                  <a:pt x="11699" y="144411"/>
                  <a:pt x="15215" y="145450"/>
                  <a:pt x="18928" y="145450"/>
                </a:cubicBezTo>
                <a:cubicBezTo>
                  <a:pt x="27112" y="145450"/>
                  <a:pt x="36251" y="140403"/>
                  <a:pt x="43414" y="135320"/>
                </a:cubicBezTo>
                <a:cubicBezTo>
                  <a:pt x="66308" y="119088"/>
                  <a:pt x="89202" y="102855"/>
                  <a:pt x="112095" y="86623"/>
                </a:cubicBezTo>
                <a:cubicBezTo>
                  <a:pt x="124461" y="77818"/>
                  <a:pt x="137133" y="68783"/>
                  <a:pt x="145441" y="56073"/>
                </a:cubicBezTo>
                <a:cubicBezTo>
                  <a:pt x="153710" y="43401"/>
                  <a:pt x="156773" y="26096"/>
                  <a:pt x="148963" y="13118"/>
                </a:cubicBezTo>
                <a:cubicBezTo>
                  <a:pt x="142830" y="2962"/>
                  <a:pt x="134557" y="0"/>
                  <a:pt x="1256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3"/>
          <p:cNvSpPr txBox="1"/>
          <p:nvPr>
            <p:ph type="title"/>
          </p:nvPr>
        </p:nvSpPr>
        <p:spPr>
          <a:xfrm>
            <a:off x="4096450" y="2576225"/>
            <a:ext cx="3852000" cy="7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-&gt; Practicum -&gt; W26 -&gt; Prac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0" name="Google Shape;380;p53"/>
          <p:cNvGrpSpPr/>
          <p:nvPr/>
        </p:nvGrpSpPr>
        <p:grpSpPr>
          <a:xfrm>
            <a:off x="230779" y="371403"/>
            <a:ext cx="3448024" cy="3700183"/>
            <a:chOff x="554947" y="1026563"/>
            <a:chExt cx="2645813" cy="2839524"/>
          </a:xfrm>
        </p:grpSpPr>
        <p:sp>
          <p:nvSpPr>
            <p:cNvPr id="381" name="Google Shape;381;p53"/>
            <p:cNvSpPr/>
            <p:nvPr/>
          </p:nvSpPr>
          <p:spPr>
            <a:xfrm>
              <a:off x="784197" y="1026563"/>
              <a:ext cx="260948" cy="175097"/>
            </a:xfrm>
            <a:custGeom>
              <a:rect b="b" l="l" r="r" t="t"/>
              <a:pathLst>
                <a:path extrusionOk="0" h="2768" w="4125">
                  <a:moveTo>
                    <a:pt x="2158" y="1"/>
                  </a:moveTo>
                  <a:cubicBezTo>
                    <a:pt x="2117" y="1"/>
                    <a:pt x="2075" y="2"/>
                    <a:pt x="2032" y="5"/>
                  </a:cubicBezTo>
                  <a:cubicBezTo>
                    <a:pt x="0" y="51"/>
                    <a:pt x="206" y="2767"/>
                    <a:pt x="1895" y="2767"/>
                  </a:cubicBezTo>
                  <a:cubicBezTo>
                    <a:pt x="4124" y="2745"/>
                    <a:pt x="3893" y="1"/>
                    <a:pt x="21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53"/>
            <p:cNvSpPr/>
            <p:nvPr/>
          </p:nvSpPr>
          <p:spPr>
            <a:xfrm>
              <a:off x="1015788" y="1241326"/>
              <a:ext cx="1816258" cy="1178234"/>
            </a:xfrm>
            <a:custGeom>
              <a:rect b="b" l="l" r="r" t="t"/>
              <a:pathLst>
                <a:path extrusionOk="0" h="18626" w="28711">
                  <a:moveTo>
                    <a:pt x="13442" y="1"/>
                  </a:moveTo>
                  <a:cubicBezTo>
                    <a:pt x="2710" y="1"/>
                    <a:pt x="1" y="17905"/>
                    <a:pt x="15558" y="18614"/>
                  </a:cubicBezTo>
                  <a:cubicBezTo>
                    <a:pt x="15734" y="18622"/>
                    <a:pt x="15907" y="18626"/>
                    <a:pt x="16079" y="18626"/>
                  </a:cubicBezTo>
                  <a:cubicBezTo>
                    <a:pt x="27358" y="18626"/>
                    <a:pt x="28711" y="1836"/>
                    <a:pt x="15535" y="217"/>
                  </a:cubicBezTo>
                  <a:cubicBezTo>
                    <a:pt x="14808" y="70"/>
                    <a:pt x="14109" y="1"/>
                    <a:pt x="13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53"/>
            <p:cNvSpPr/>
            <p:nvPr/>
          </p:nvSpPr>
          <p:spPr>
            <a:xfrm>
              <a:off x="554947" y="2278829"/>
              <a:ext cx="2237823" cy="1587257"/>
            </a:xfrm>
            <a:custGeom>
              <a:rect b="b" l="l" r="r" t="t"/>
              <a:pathLst>
                <a:path extrusionOk="0" h="25092" w="35375">
                  <a:moveTo>
                    <a:pt x="15563" y="1"/>
                  </a:moveTo>
                  <a:cubicBezTo>
                    <a:pt x="2731" y="1"/>
                    <a:pt x="1" y="19146"/>
                    <a:pt x="12754" y="23326"/>
                  </a:cubicBezTo>
                  <a:cubicBezTo>
                    <a:pt x="16217" y="24472"/>
                    <a:pt x="19417" y="25092"/>
                    <a:pt x="22243" y="25092"/>
                  </a:cubicBezTo>
                  <a:cubicBezTo>
                    <a:pt x="28935" y="25092"/>
                    <a:pt x="33532" y="21614"/>
                    <a:pt x="34575" y="13397"/>
                  </a:cubicBezTo>
                  <a:cubicBezTo>
                    <a:pt x="35374" y="7052"/>
                    <a:pt x="30147" y="2167"/>
                    <a:pt x="24372" y="1003"/>
                  </a:cubicBezTo>
                  <a:lnTo>
                    <a:pt x="18415" y="296"/>
                  </a:lnTo>
                  <a:cubicBezTo>
                    <a:pt x="17416" y="95"/>
                    <a:pt x="16465" y="1"/>
                    <a:pt x="155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53"/>
            <p:cNvSpPr/>
            <p:nvPr/>
          </p:nvSpPr>
          <p:spPr>
            <a:xfrm>
              <a:off x="2157862" y="1829694"/>
              <a:ext cx="740269" cy="257015"/>
            </a:xfrm>
            <a:custGeom>
              <a:rect b="b" l="l" r="r" t="t"/>
              <a:pathLst>
                <a:path extrusionOk="0" h="4063" w="11702">
                  <a:moveTo>
                    <a:pt x="1864" y="0"/>
                  </a:moveTo>
                  <a:lnTo>
                    <a:pt x="1864" y="0"/>
                  </a:lnTo>
                  <a:cubicBezTo>
                    <a:pt x="1" y="3122"/>
                    <a:pt x="1699" y="4063"/>
                    <a:pt x="4370" y="4063"/>
                  </a:cubicBezTo>
                  <a:cubicBezTo>
                    <a:pt x="6641" y="4063"/>
                    <a:pt x="9614" y="3383"/>
                    <a:pt x="11701" y="2785"/>
                  </a:cubicBezTo>
                  <a:cubicBezTo>
                    <a:pt x="7388" y="1119"/>
                    <a:pt x="4740" y="594"/>
                    <a:pt x="18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3"/>
            <p:cNvSpPr/>
            <p:nvPr/>
          </p:nvSpPr>
          <p:spPr>
            <a:xfrm>
              <a:off x="2041846" y="1722850"/>
              <a:ext cx="132909" cy="102540"/>
            </a:xfrm>
            <a:custGeom>
              <a:rect b="b" l="l" r="r" t="t"/>
              <a:pathLst>
                <a:path extrusionOk="0" h="1621" w="2101">
                  <a:moveTo>
                    <a:pt x="1050" y="0"/>
                  </a:moveTo>
                  <a:cubicBezTo>
                    <a:pt x="0" y="0"/>
                    <a:pt x="0" y="1621"/>
                    <a:pt x="1050" y="1621"/>
                  </a:cubicBezTo>
                  <a:cubicBezTo>
                    <a:pt x="2100" y="1621"/>
                    <a:pt x="2100" y="0"/>
                    <a:pt x="10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53"/>
            <p:cNvSpPr/>
            <p:nvPr/>
          </p:nvSpPr>
          <p:spPr>
            <a:xfrm>
              <a:off x="2355167" y="1722850"/>
              <a:ext cx="131454" cy="102540"/>
            </a:xfrm>
            <a:custGeom>
              <a:rect b="b" l="l" r="r" t="t"/>
              <a:pathLst>
                <a:path extrusionOk="0" h="1621" w="2078">
                  <a:moveTo>
                    <a:pt x="1050" y="0"/>
                  </a:moveTo>
                  <a:cubicBezTo>
                    <a:pt x="0" y="0"/>
                    <a:pt x="0" y="1621"/>
                    <a:pt x="1050" y="1621"/>
                  </a:cubicBezTo>
                  <a:cubicBezTo>
                    <a:pt x="2077" y="1621"/>
                    <a:pt x="2077" y="0"/>
                    <a:pt x="10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53"/>
            <p:cNvSpPr/>
            <p:nvPr/>
          </p:nvSpPr>
          <p:spPr>
            <a:xfrm>
              <a:off x="1969857" y="1971266"/>
              <a:ext cx="404231" cy="217796"/>
            </a:xfrm>
            <a:custGeom>
              <a:rect b="b" l="l" r="r" t="t"/>
              <a:pathLst>
                <a:path extrusionOk="0" h="3443" w="6390">
                  <a:moveTo>
                    <a:pt x="486" y="0"/>
                  </a:moveTo>
                  <a:cubicBezTo>
                    <a:pt x="239" y="0"/>
                    <a:pt x="1" y="190"/>
                    <a:pt x="111" y="479"/>
                  </a:cubicBezTo>
                  <a:cubicBezTo>
                    <a:pt x="802" y="2533"/>
                    <a:pt x="2913" y="3442"/>
                    <a:pt x="4963" y="3442"/>
                  </a:cubicBezTo>
                  <a:cubicBezTo>
                    <a:pt x="5282" y="3442"/>
                    <a:pt x="5599" y="3420"/>
                    <a:pt x="5909" y="3377"/>
                  </a:cubicBezTo>
                  <a:cubicBezTo>
                    <a:pt x="6390" y="3312"/>
                    <a:pt x="6200" y="2597"/>
                    <a:pt x="5742" y="2597"/>
                  </a:cubicBezTo>
                  <a:cubicBezTo>
                    <a:pt x="5722" y="2597"/>
                    <a:pt x="5701" y="2598"/>
                    <a:pt x="5680" y="2601"/>
                  </a:cubicBezTo>
                  <a:cubicBezTo>
                    <a:pt x="5440" y="2634"/>
                    <a:pt x="5191" y="2651"/>
                    <a:pt x="4938" y="2651"/>
                  </a:cubicBezTo>
                  <a:cubicBezTo>
                    <a:pt x="3271" y="2651"/>
                    <a:pt x="1442" y="1918"/>
                    <a:pt x="887" y="273"/>
                  </a:cubicBezTo>
                  <a:cubicBezTo>
                    <a:pt x="814" y="83"/>
                    <a:pt x="648" y="0"/>
                    <a:pt x="4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3"/>
            <p:cNvSpPr/>
            <p:nvPr/>
          </p:nvSpPr>
          <p:spPr>
            <a:xfrm>
              <a:off x="1702525" y="1789271"/>
              <a:ext cx="262845" cy="205081"/>
            </a:xfrm>
            <a:custGeom>
              <a:rect b="b" l="l" r="r" t="t"/>
              <a:pathLst>
                <a:path extrusionOk="0" h="3242" w="4155">
                  <a:moveTo>
                    <a:pt x="2077" y="0"/>
                  </a:moveTo>
                  <a:cubicBezTo>
                    <a:pt x="0" y="0"/>
                    <a:pt x="0" y="3241"/>
                    <a:pt x="2077" y="3241"/>
                  </a:cubicBezTo>
                  <a:cubicBezTo>
                    <a:pt x="4154" y="3241"/>
                    <a:pt x="4154" y="0"/>
                    <a:pt x="20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3"/>
            <p:cNvSpPr/>
            <p:nvPr/>
          </p:nvSpPr>
          <p:spPr>
            <a:xfrm>
              <a:off x="2487124" y="2270416"/>
              <a:ext cx="713636" cy="569634"/>
            </a:xfrm>
            <a:custGeom>
              <a:rect b="b" l="l" r="r" t="t"/>
              <a:pathLst>
                <a:path extrusionOk="0" h="9005" w="11281">
                  <a:moveTo>
                    <a:pt x="10042" y="1"/>
                  </a:moveTo>
                  <a:cubicBezTo>
                    <a:pt x="9864" y="1"/>
                    <a:pt x="9679" y="60"/>
                    <a:pt x="9509" y="200"/>
                  </a:cubicBezTo>
                  <a:cubicBezTo>
                    <a:pt x="6565" y="2688"/>
                    <a:pt x="3598" y="5176"/>
                    <a:pt x="630" y="7642"/>
                  </a:cubicBezTo>
                  <a:cubicBezTo>
                    <a:pt x="1" y="8181"/>
                    <a:pt x="591" y="9005"/>
                    <a:pt x="1260" y="9005"/>
                  </a:cubicBezTo>
                  <a:cubicBezTo>
                    <a:pt x="1440" y="9005"/>
                    <a:pt x="1625" y="8946"/>
                    <a:pt x="1794" y="8806"/>
                  </a:cubicBezTo>
                  <a:cubicBezTo>
                    <a:pt x="4739" y="6318"/>
                    <a:pt x="7706" y="3830"/>
                    <a:pt x="10651" y="1342"/>
                  </a:cubicBezTo>
                  <a:cubicBezTo>
                    <a:pt x="11280" y="820"/>
                    <a:pt x="10705" y="1"/>
                    <a:pt x="100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3"/>
            <p:cNvSpPr/>
            <p:nvPr/>
          </p:nvSpPr>
          <p:spPr>
            <a:xfrm>
              <a:off x="2878570" y="2199503"/>
              <a:ext cx="99698" cy="293199"/>
            </a:xfrm>
            <a:custGeom>
              <a:rect b="b" l="l" r="r" t="t"/>
              <a:pathLst>
                <a:path extrusionOk="0" h="4635" w="1576">
                  <a:moveTo>
                    <a:pt x="582" y="0"/>
                  </a:moveTo>
                  <a:cubicBezTo>
                    <a:pt x="282" y="0"/>
                    <a:pt x="1" y="195"/>
                    <a:pt x="35" y="591"/>
                  </a:cubicBezTo>
                  <a:lnTo>
                    <a:pt x="331" y="4061"/>
                  </a:lnTo>
                  <a:cubicBezTo>
                    <a:pt x="366" y="4440"/>
                    <a:pt x="690" y="4634"/>
                    <a:pt x="994" y="4634"/>
                  </a:cubicBezTo>
                  <a:cubicBezTo>
                    <a:pt x="1294" y="4634"/>
                    <a:pt x="1575" y="4446"/>
                    <a:pt x="1541" y="4061"/>
                  </a:cubicBezTo>
                  <a:cubicBezTo>
                    <a:pt x="1450" y="2896"/>
                    <a:pt x="1336" y="1732"/>
                    <a:pt x="1244" y="591"/>
                  </a:cubicBezTo>
                  <a:cubicBezTo>
                    <a:pt x="1210" y="200"/>
                    <a:pt x="886" y="0"/>
                    <a:pt x="5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3"/>
            <p:cNvSpPr/>
            <p:nvPr/>
          </p:nvSpPr>
          <p:spPr>
            <a:xfrm>
              <a:off x="2788363" y="2535596"/>
              <a:ext cx="384051" cy="107348"/>
            </a:xfrm>
            <a:custGeom>
              <a:rect b="b" l="l" r="r" t="t"/>
              <a:pathLst>
                <a:path extrusionOk="0" h="1697" w="6071">
                  <a:moveTo>
                    <a:pt x="714" y="0"/>
                  </a:moveTo>
                  <a:cubicBezTo>
                    <a:pt x="0" y="0"/>
                    <a:pt x="21" y="1146"/>
                    <a:pt x="776" y="1213"/>
                  </a:cubicBezTo>
                  <a:cubicBezTo>
                    <a:pt x="2282" y="1372"/>
                    <a:pt x="3789" y="1532"/>
                    <a:pt x="5295" y="1692"/>
                  </a:cubicBezTo>
                  <a:cubicBezTo>
                    <a:pt x="5323" y="1695"/>
                    <a:pt x="5350" y="1697"/>
                    <a:pt x="5375" y="1697"/>
                  </a:cubicBezTo>
                  <a:cubicBezTo>
                    <a:pt x="6070" y="1697"/>
                    <a:pt x="6044" y="548"/>
                    <a:pt x="5295" y="482"/>
                  </a:cubicBezTo>
                  <a:cubicBezTo>
                    <a:pt x="3789" y="322"/>
                    <a:pt x="2282" y="163"/>
                    <a:pt x="776" y="3"/>
                  </a:cubicBezTo>
                  <a:cubicBezTo>
                    <a:pt x="754" y="1"/>
                    <a:pt x="734" y="0"/>
                    <a:pt x="7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3"/>
            <p:cNvSpPr/>
            <p:nvPr/>
          </p:nvSpPr>
          <p:spPr>
            <a:xfrm>
              <a:off x="598786" y="2102971"/>
              <a:ext cx="671442" cy="529212"/>
            </a:xfrm>
            <a:custGeom>
              <a:rect b="b" l="l" r="r" t="t"/>
              <a:pathLst>
                <a:path extrusionOk="0" h="8366" w="10614">
                  <a:moveTo>
                    <a:pt x="1256" y="0"/>
                  </a:moveTo>
                  <a:cubicBezTo>
                    <a:pt x="587" y="0"/>
                    <a:pt x="1" y="824"/>
                    <a:pt x="649" y="1364"/>
                  </a:cubicBezTo>
                  <a:cubicBezTo>
                    <a:pt x="3365" y="3624"/>
                    <a:pt x="6104" y="5906"/>
                    <a:pt x="8820" y="8166"/>
                  </a:cubicBezTo>
                  <a:cubicBezTo>
                    <a:pt x="8990" y="8306"/>
                    <a:pt x="9175" y="8365"/>
                    <a:pt x="9355" y="8365"/>
                  </a:cubicBezTo>
                  <a:cubicBezTo>
                    <a:pt x="10024" y="8365"/>
                    <a:pt x="10614" y="7546"/>
                    <a:pt x="9984" y="7024"/>
                  </a:cubicBezTo>
                  <a:cubicBezTo>
                    <a:pt x="7245" y="4765"/>
                    <a:pt x="4506" y="2482"/>
                    <a:pt x="1790" y="200"/>
                  </a:cubicBezTo>
                  <a:cubicBezTo>
                    <a:pt x="1621" y="60"/>
                    <a:pt x="1436" y="0"/>
                    <a:pt x="12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53"/>
            <p:cNvSpPr/>
            <p:nvPr/>
          </p:nvSpPr>
          <p:spPr>
            <a:xfrm>
              <a:off x="872949" y="2062865"/>
              <a:ext cx="96851" cy="293199"/>
            </a:xfrm>
            <a:custGeom>
              <a:rect b="b" l="l" r="r" t="t"/>
              <a:pathLst>
                <a:path extrusionOk="0" h="4635" w="1531">
                  <a:moveTo>
                    <a:pt x="943" y="1"/>
                  </a:moveTo>
                  <a:cubicBezTo>
                    <a:pt x="640" y="1"/>
                    <a:pt x="321" y="195"/>
                    <a:pt x="286" y="583"/>
                  </a:cubicBezTo>
                  <a:cubicBezTo>
                    <a:pt x="195" y="1724"/>
                    <a:pt x="127" y="2888"/>
                    <a:pt x="35" y="4052"/>
                  </a:cubicBezTo>
                  <a:cubicBezTo>
                    <a:pt x="1" y="4440"/>
                    <a:pt x="286" y="4634"/>
                    <a:pt x="589" y="4634"/>
                  </a:cubicBezTo>
                  <a:cubicBezTo>
                    <a:pt x="891" y="4634"/>
                    <a:pt x="1211" y="4440"/>
                    <a:pt x="1245" y="4052"/>
                  </a:cubicBezTo>
                  <a:cubicBezTo>
                    <a:pt x="1336" y="2888"/>
                    <a:pt x="1405" y="1724"/>
                    <a:pt x="1496" y="583"/>
                  </a:cubicBezTo>
                  <a:cubicBezTo>
                    <a:pt x="1530" y="195"/>
                    <a:pt x="1245" y="1"/>
                    <a:pt x="9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53"/>
            <p:cNvSpPr/>
            <p:nvPr/>
          </p:nvSpPr>
          <p:spPr>
            <a:xfrm>
              <a:off x="631174" y="2370997"/>
              <a:ext cx="402840" cy="105767"/>
            </a:xfrm>
            <a:custGeom>
              <a:rect b="b" l="l" r="r" t="t"/>
              <a:pathLst>
                <a:path extrusionOk="0" h="1672" w="6368">
                  <a:moveTo>
                    <a:pt x="5654" y="0"/>
                  </a:moveTo>
                  <a:cubicBezTo>
                    <a:pt x="5634" y="0"/>
                    <a:pt x="5613" y="1"/>
                    <a:pt x="5592" y="3"/>
                  </a:cubicBezTo>
                  <a:cubicBezTo>
                    <a:pt x="3994" y="163"/>
                    <a:pt x="2374" y="300"/>
                    <a:pt x="776" y="459"/>
                  </a:cubicBezTo>
                  <a:cubicBezTo>
                    <a:pt x="21" y="526"/>
                    <a:pt x="0" y="1672"/>
                    <a:pt x="714" y="1672"/>
                  </a:cubicBezTo>
                  <a:cubicBezTo>
                    <a:pt x="734" y="1672"/>
                    <a:pt x="754" y="1671"/>
                    <a:pt x="776" y="1669"/>
                  </a:cubicBezTo>
                  <a:cubicBezTo>
                    <a:pt x="2374" y="1532"/>
                    <a:pt x="3994" y="1372"/>
                    <a:pt x="5592" y="1213"/>
                  </a:cubicBezTo>
                  <a:cubicBezTo>
                    <a:pt x="6347" y="1146"/>
                    <a:pt x="6367" y="0"/>
                    <a:pt x="56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3"/>
            <p:cNvSpPr/>
            <p:nvPr/>
          </p:nvSpPr>
          <p:spPr>
            <a:xfrm>
              <a:off x="1166470" y="2322035"/>
              <a:ext cx="603374" cy="1054186"/>
            </a:xfrm>
            <a:custGeom>
              <a:rect b="b" l="l" r="r" t="t"/>
              <a:pathLst>
                <a:path extrusionOk="0" h="16665" w="9538">
                  <a:moveTo>
                    <a:pt x="6594" y="0"/>
                  </a:moveTo>
                  <a:cubicBezTo>
                    <a:pt x="5615" y="0"/>
                    <a:pt x="4617" y="497"/>
                    <a:pt x="4183" y="1644"/>
                  </a:cubicBezTo>
                  <a:cubicBezTo>
                    <a:pt x="2677" y="5570"/>
                    <a:pt x="1421" y="9565"/>
                    <a:pt x="440" y="13650"/>
                  </a:cubicBezTo>
                  <a:cubicBezTo>
                    <a:pt x="1" y="15475"/>
                    <a:pt x="1515" y="16664"/>
                    <a:pt x="2953" y="16664"/>
                  </a:cubicBezTo>
                  <a:cubicBezTo>
                    <a:pt x="3907" y="16664"/>
                    <a:pt x="4827" y="16140"/>
                    <a:pt x="5119" y="14928"/>
                  </a:cubicBezTo>
                  <a:cubicBezTo>
                    <a:pt x="6100" y="10843"/>
                    <a:pt x="7356" y="6848"/>
                    <a:pt x="8862" y="2922"/>
                  </a:cubicBezTo>
                  <a:cubicBezTo>
                    <a:pt x="9538" y="1157"/>
                    <a:pt x="8089" y="0"/>
                    <a:pt x="65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3"/>
            <p:cNvSpPr/>
            <p:nvPr/>
          </p:nvSpPr>
          <p:spPr>
            <a:xfrm>
              <a:off x="1561015" y="2466454"/>
              <a:ext cx="17397" cy="47696"/>
            </a:xfrm>
            <a:custGeom>
              <a:rect b="b" l="l" r="r" t="t"/>
              <a:pathLst>
                <a:path extrusionOk="0" fill="none" h="754" w="275">
                  <a:moveTo>
                    <a:pt x="274" y="0"/>
                  </a:moveTo>
                  <a:cubicBezTo>
                    <a:pt x="183" y="251"/>
                    <a:pt x="92" y="502"/>
                    <a:pt x="0" y="754"/>
                  </a:cubicBezTo>
                </a:path>
              </a:pathLst>
            </a:custGeom>
            <a:noFill/>
            <a:ln cap="flat" cmpd="sng" w="112975">
              <a:solidFill>
                <a:srgbClr val="388369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3"/>
            <p:cNvSpPr/>
            <p:nvPr/>
          </p:nvSpPr>
          <p:spPr>
            <a:xfrm>
              <a:off x="1374718" y="2672930"/>
              <a:ext cx="128608" cy="421674"/>
            </a:xfrm>
            <a:custGeom>
              <a:rect b="b" l="l" r="r" t="t"/>
              <a:pathLst>
                <a:path extrusionOk="0" fill="none" h="6666" w="2033">
                  <a:moveTo>
                    <a:pt x="2032" y="0"/>
                  </a:moveTo>
                  <a:cubicBezTo>
                    <a:pt x="1279" y="2192"/>
                    <a:pt x="594" y="4428"/>
                    <a:pt x="1" y="6665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3"/>
            <p:cNvSpPr/>
            <p:nvPr/>
          </p:nvSpPr>
          <p:spPr>
            <a:xfrm>
              <a:off x="1341507" y="3176848"/>
              <a:ext cx="13095" cy="49151"/>
            </a:xfrm>
            <a:custGeom>
              <a:rect b="b" l="l" r="r" t="t"/>
              <a:pathLst>
                <a:path extrusionOk="0" fill="none" h="777" w="207">
                  <a:moveTo>
                    <a:pt x="206" y="0"/>
                  </a:moveTo>
                  <a:cubicBezTo>
                    <a:pt x="138" y="251"/>
                    <a:pt x="69" y="502"/>
                    <a:pt x="1" y="776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3"/>
            <p:cNvSpPr/>
            <p:nvPr/>
          </p:nvSpPr>
          <p:spPr>
            <a:xfrm>
              <a:off x="1109031" y="2084689"/>
              <a:ext cx="1560814" cy="554768"/>
            </a:xfrm>
            <a:custGeom>
              <a:rect b="b" l="l" r="r" t="t"/>
              <a:pathLst>
                <a:path extrusionOk="0" h="8770" w="24673">
                  <a:moveTo>
                    <a:pt x="3347" y="1"/>
                  </a:moveTo>
                  <a:cubicBezTo>
                    <a:pt x="1336" y="1"/>
                    <a:pt x="1" y="3171"/>
                    <a:pt x="2169" y="4597"/>
                  </a:cubicBezTo>
                  <a:cubicBezTo>
                    <a:pt x="6114" y="7248"/>
                    <a:pt x="10804" y="8769"/>
                    <a:pt x="15512" y="8769"/>
                  </a:cubicBezTo>
                  <a:cubicBezTo>
                    <a:pt x="17696" y="8769"/>
                    <a:pt x="19885" y="8442"/>
                    <a:pt x="22005" y="7747"/>
                  </a:cubicBezTo>
                  <a:cubicBezTo>
                    <a:pt x="24672" y="6858"/>
                    <a:pt x="23893" y="2934"/>
                    <a:pt x="21499" y="2934"/>
                  </a:cubicBezTo>
                  <a:cubicBezTo>
                    <a:pt x="21250" y="2934"/>
                    <a:pt x="20985" y="2976"/>
                    <a:pt x="20703" y="3068"/>
                  </a:cubicBezTo>
                  <a:cubicBezTo>
                    <a:pt x="18968" y="3639"/>
                    <a:pt x="17211" y="3907"/>
                    <a:pt x="15469" y="3907"/>
                  </a:cubicBezTo>
                  <a:cubicBezTo>
                    <a:pt x="11642" y="3907"/>
                    <a:pt x="7890" y="2616"/>
                    <a:pt x="4612" y="420"/>
                  </a:cubicBezTo>
                  <a:cubicBezTo>
                    <a:pt x="4178" y="127"/>
                    <a:pt x="3749" y="1"/>
                    <a:pt x="3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53"/>
            <p:cNvSpPr/>
            <p:nvPr/>
          </p:nvSpPr>
          <p:spPr>
            <a:xfrm>
              <a:off x="1322783" y="2244100"/>
              <a:ext cx="43333" cy="27454"/>
            </a:xfrm>
            <a:custGeom>
              <a:rect b="b" l="l" r="r" t="t"/>
              <a:pathLst>
                <a:path extrusionOk="0" fill="none" h="434" w="685">
                  <a:moveTo>
                    <a:pt x="0" y="0"/>
                  </a:moveTo>
                  <a:cubicBezTo>
                    <a:pt x="228" y="137"/>
                    <a:pt x="457" y="297"/>
                    <a:pt x="685" y="434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53"/>
            <p:cNvSpPr/>
            <p:nvPr/>
          </p:nvSpPr>
          <p:spPr>
            <a:xfrm>
              <a:off x="1535016" y="2363912"/>
              <a:ext cx="782653" cy="154538"/>
            </a:xfrm>
            <a:custGeom>
              <a:rect b="b" l="l" r="r" t="t"/>
              <a:pathLst>
                <a:path extrusionOk="0" fill="none" h="2443" w="12372">
                  <a:moveTo>
                    <a:pt x="0" y="1"/>
                  </a:moveTo>
                  <a:cubicBezTo>
                    <a:pt x="3858" y="1758"/>
                    <a:pt x="8240" y="2443"/>
                    <a:pt x="12372" y="1598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53"/>
            <p:cNvSpPr/>
            <p:nvPr/>
          </p:nvSpPr>
          <p:spPr>
            <a:xfrm>
              <a:off x="2411467" y="2426032"/>
              <a:ext cx="49153" cy="15941"/>
            </a:xfrm>
            <a:custGeom>
              <a:rect b="b" l="l" r="r" t="t"/>
              <a:pathLst>
                <a:path extrusionOk="0" fill="none" h="252" w="777">
                  <a:moveTo>
                    <a:pt x="0" y="251"/>
                  </a:moveTo>
                  <a:cubicBezTo>
                    <a:pt x="251" y="183"/>
                    <a:pt x="525" y="91"/>
                    <a:pt x="776" y="0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3"/>
            <p:cNvSpPr/>
            <p:nvPr/>
          </p:nvSpPr>
          <p:spPr>
            <a:xfrm>
              <a:off x="2018693" y="2683052"/>
              <a:ext cx="330723" cy="255624"/>
            </a:xfrm>
            <a:custGeom>
              <a:rect b="b" l="l" r="r" t="t"/>
              <a:pathLst>
                <a:path extrusionOk="0" h="4041" w="5228">
                  <a:moveTo>
                    <a:pt x="2626" y="0"/>
                  </a:moveTo>
                  <a:cubicBezTo>
                    <a:pt x="1" y="0"/>
                    <a:pt x="1" y="4040"/>
                    <a:pt x="2626" y="4040"/>
                  </a:cubicBezTo>
                  <a:cubicBezTo>
                    <a:pt x="5228" y="4040"/>
                    <a:pt x="5228" y="0"/>
                    <a:pt x="26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3"/>
            <p:cNvSpPr/>
            <p:nvPr/>
          </p:nvSpPr>
          <p:spPr>
            <a:xfrm>
              <a:off x="2183292" y="2746563"/>
              <a:ext cx="78063" cy="62119"/>
            </a:xfrm>
            <a:custGeom>
              <a:rect b="b" l="l" r="r" t="t"/>
              <a:pathLst>
                <a:path extrusionOk="0" h="982" w="1234">
                  <a:moveTo>
                    <a:pt x="617" y="0"/>
                  </a:moveTo>
                  <a:cubicBezTo>
                    <a:pt x="1" y="0"/>
                    <a:pt x="1" y="982"/>
                    <a:pt x="617" y="982"/>
                  </a:cubicBezTo>
                  <a:cubicBezTo>
                    <a:pt x="1234" y="982"/>
                    <a:pt x="1234" y="0"/>
                    <a:pt x="6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3"/>
            <p:cNvSpPr/>
            <p:nvPr/>
          </p:nvSpPr>
          <p:spPr>
            <a:xfrm>
              <a:off x="2126992" y="2818741"/>
              <a:ext cx="78063" cy="62182"/>
            </a:xfrm>
            <a:custGeom>
              <a:rect b="b" l="l" r="r" t="t"/>
              <a:pathLst>
                <a:path extrusionOk="0" h="983" w="1234">
                  <a:moveTo>
                    <a:pt x="617" y="1"/>
                  </a:moveTo>
                  <a:cubicBezTo>
                    <a:pt x="1" y="1"/>
                    <a:pt x="1" y="982"/>
                    <a:pt x="617" y="982"/>
                  </a:cubicBezTo>
                  <a:cubicBezTo>
                    <a:pt x="1233" y="982"/>
                    <a:pt x="1233" y="1"/>
                    <a:pt x="6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3"/>
            <p:cNvSpPr/>
            <p:nvPr/>
          </p:nvSpPr>
          <p:spPr>
            <a:xfrm>
              <a:off x="2060570" y="3067094"/>
              <a:ext cx="329268" cy="255624"/>
            </a:xfrm>
            <a:custGeom>
              <a:rect b="b" l="l" r="r" t="t"/>
              <a:pathLst>
                <a:path extrusionOk="0" h="4041" w="5205">
                  <a:moveTo>
                    <a:pt x="2603" y="1"/>
                  </a:moveTo>
                  <a:cubicBezTo>
                    <a:pt x="1" y="1"/>
                    <a:pt x="1" y="4041"/>
                    <a:pt x="2603" y="4041"/>
                  </a:cubicBezTo>
                  <a:cubicBezTo>
                    <a:pt x="5205" y="4041"/>
                    <a:pt x="5205" y="1"/>
                    <a:pt x="2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3"/>
            <p:cNvSpPr/>
            <p:nvPr/>
          </p:nvSpPr>
          <p:spPr>
            <a:xfrm>
              <a:off x="2223778" y="3130606"/>
              <a:ext cx="79455" cy="60727"/>
            </a:xfrm>
            <a:custGeom>
              <a:rect b="b" l="l" r="r" t="t"/>
              <a:pathLst>
                <a:path extrusionOk="0" h="960" w="1256">
                  <a:moveTo>
                    <a:pt x="616" y="1"/>
                  </a:moveTo>
                  <a:cubicBezTo>
                    <a:pt x="0" y="1"/>
                    <a:pt x="0" y="960"/>
                    <a:pt x="616" y="960"/>
                  </a:cubicBezTo>
                  <a:cubicBezTo>
                    <a:pt x="1255" y="960"/>
                    <a:pt x="1255" y="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3"/>
            <p:cNvSpPr/>
            <p:nvPr/>
          </p:nvSpPr>
          <p:spPr>
            <a:xfrm>
              <a:off x="2167414" y="3202847"/>
              <a:ext cx="79518" cy="60664"/>
            </a:xfrm>
            <a:custGeom>
              <a:rect b="b" l="l" r="r" t="t"/>
              <a:pathLst>
                <a:path extrusionOk="0" h="959" w="1257">
                  <a:moveTo>
                    <a:pt x="617" y="0"/>
                  </a:moveTo>
                  <a:cubicBezTo>
                    <a:pt x="1" y="0"/>
                    <a:pt x="1" y="959"/>
                    <a:pt x="617" y="959"/>
                  </a:cubicBezTo>
                  <a:cubicBezTo>
                    <a:pt x="1256" y="959"/>
                    <a:pt x="1256" y="0"/>
                    <a:pt x="6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4"/>
          <p:cNvSpPr/>
          <p:nvPr/>
        </p:nvSpPr>
        <p:spPr>
          <a:xfrm>
            <a:off x="-118750" y="1131875"/>
            <a:ext cx="9374100" cy="411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id="414" name="Google Shape;41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00" y="886950"/>
            <a:ext cx="6630632" cy="36687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5" name="Google Shape;41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3925" y="1381125"/>
            <a:ext cx="2533650" cy="23812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6" name="Google Shape;416;p54"/>
          <p:cNvSpPr txBox="1"/>
          <p:nvPr/>
        </p:nvSpPr>
        <p:spPr>
          <a:xfrm>
            <a:off x="4500000" y="100800"/>
            <a:ext cx="414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Abs</a:t>
            </a:r>
            <a:endParaRPr>
              <a:solidFill>
                <a:schemeClr val="accent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If</a:t>
            </a:r>
            <a:endParaRPr>
              <a:solidFill>
                <a:schemeClr val="accent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5"/>
          <p:cNvSpPr/>
          <p:nvPr/>
        </p:nvSpPr>
        <p:spPr>
          <a:xfrm>
            <a:off x="-118750" y="1131875"/>
            <a:ext cx="9374100" cy="411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id="422" name="Google Shape;42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675" y="519925"/>
            <a:ext cx="76009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663" y="3339200"/>
            <a:ext cx="199072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4750" y="3443963"/>
            <a:ext cx="20002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65800" y="3301100"/>
            <a:ext cx="2190750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6"/>
          <p:cNvSpPr/>
          <p:nvPr/>
        </p:nvSpPr>
        <p:spPr>
          <a:xfrm rot="2323444">
            <a:off x="3948675" y="1274209"/>
            <a:ext cx="4147563" cy="3874127"/>
          </a:xfrm>
          <a:custGeom>
            <a:rect b="b" l="l" r="r" t="t"/>
            <a:pathLst>
              <a:path extrusionOk="0" h="145450" w="156773">
                <a:moveTo>
                  <a:pt x="125624" y="0"/>
                </a:moveTo>
                <a:cubicBezTo>
                  <a:pt x="116880" y="0"/>
                  <a:pt x="107504" y="2838"/>
                  <a:pt x="98887" y="4543"/>
                </a:cubicBezTo>
                <a:cubicBezTo>
                  <a:pt x="72625" y="9749"/>
                  <a:pt x="53253" y="15683"/>
                  <a:pt x="36217" y="38692"/>
                </a:cubicBezTo>
                <a:cubicBezTo>
                  <a:pt x="20750" y="59633"/>
                  <a:pt x="13055" y="85206"/>
                  <a:pt x="5667" y="110167"/>
                </a:cubicBezTo>
                <a:cubicBezTo>
                  <a:pt x="2451" y="120963"/>
                  <a:pt x="1" y="134631"/>
                  <a:pt x="8653" y="141866"/>
                </a:cubicBezTo>
                <a:cubicBezTo>
                  <a:pt x="11699" y="144411"/>
                  <a:pt x="15215" y="145450"/>
                  <a:pt x="18928" y="145450"/>
                </a:cubicBezTo>
                <a:cubicBezTo>
                  <a:pt x="27112" y="145450"/>
                  <a:pt x="36251" y="140403"/>
                  <a:pt x="43414" y="135320"/>
                </a:cubicBezTo>
                <a:cubicBezTo>
                  <a:pt x="66308" y="119088"/>
                  <a:pt x="89202" y="102855"/>
                  <a:pt x="112095" y="86623"/>
                </a:cubicBezTo>
                <a:cubicBezTo>
                  <a:pt x="124461" y="77818"/>
                  <a:pt x="137133" y="68783"/>
                  <a:pt x="145441" y="56073"/>
                </a:cubicBezTo>
                <a:cubicBezTo>
                  <a:pt x="153710" y="43401"/>
                  <a:pt x="156773" y="26096"/>
                  <a:pt x="148963" y="13118"/>
                </a:cubicBezTo>
                <a:cubicBezTo>
                  <a:pt x="142830" y="2962"/>
                  <a:pt x="134557" y="0"/>
                  <a:pt x="1256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6"/>
          <p:cNvSpPr txBox="1"/>
          <p:nvPr>
            <p:ph type="title"/>
          </p:nvPr>
        </p:nvSpPr>
        <p:spPr>
          <a:xfrm>
            <a:off x="4096450" y="2576225"/>
            <a:ext cx="4125000" cy="7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-&gt; Practicum -&gt; W26 -&gt; Prac 2 No Answers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2" name="Google Shape;432;p56"/>
          <p:cNvGrpSpPr/>
          <p:nvPr/>
        </p:nvGrpSpPr>
        <p:grpSpPr>
          <a:xfrm>
            <a:off x="230779" y="371403"/>
            <a:ext cx="3448024" cy="3700183"/>
            <a:chOff x="554947" y="1026563"/>
            <a:chExt cx="2645813" cy="2839524"/>
          </a:xfrm>
        </p:grpSpPr>
        <p:sp>
          <p:nvSpPr>
            <p:cNvPr id="433" name="Google Shape;433;p56"/>
            <p:cNvSpPr/>
            <p:nvPr/>
          </p:nvSpPr>
          <p:spPr>
            <a:xfrm>
              <a:off x="784197" y="1026563"/>
              <a:ext cx="260948" cy="175097"/>
            </a:xfrm>
            <a:custGeom>
              <a:rect b="b" l="l" r="r" t="t"/>
              <a:pathLst>
                <a:path extrusionOk="0" h="2768" w="4125">
                  <a:moveTo>
                    <a:pt x="2158" y="1"/>
                  </a:moveTo>
                  <a:cubicBezTo>
                    <a:pt x="2117" y="1"/>
                    <a:pt x="2075" y="2"/>
                    <a:pt x="2032" y="5"/>
                  </a:cubicBezTo>
                  <a:cubicBezTo>
                    <a:pt x="0" y="51"/>
                    <a:pt x="206" y="2767"/>
                    <a:pt x="1895" y="2767"/>
                  </a:cubicBezTo>
                  <a:cubicBezTo>
                    <a:pt x="4124" y="2745"/>
                    <a:pt x="3893" y="1"/>
                    <a:pt x="21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56"/>
            <p:cNvSpPr/>
            <p:nvPr/>
          </p:nvSpPr>
          <p:spPr>
            <a:xfrm>
              <a:off x="1015788" y="1241326"/>
              <a:ext cx="1816258" cy="1178234"/>
            </a:xfrm>
            <a:custGeom>
              <a:rect b="b" l="l" r="r" t="t"/>
              <a:pathLst>
                <a:path extrusionOk="0" h="18626" w="28711">
                  <a:moveTo>
                    <a:pt x="13442" y="1"/>
                  </a:moveTo>
                  <a:cubicBezTo>
                    <a:pt x="2710" y="1"/>
                    <a:pt x="1" y="17905"/>
                    <a:pt x="15558" y="18614"/>
                  </a:cubicBezTo>
                  <a:cubicBezTo>
                    <a:pt x="15734" y="18622"/>
                    <a:pt x="15907" y="18626"/>
                    <a:pt x="16079" y="18626"/>
                  </a:cubicBezTo>
                  <a:cubicBezTo>
                    <a:pt x="27358" y="18626"/>
                    <a:pt x="28711" y="1836"/>
                    <a:pt x="15535" y="217"/>
                  </a:cubicBezTo>
                  <a:cubicBezTo>
                    <a:pt x="14808" y="70"/>
                    <a:pt x="14109" y="1"/>
                    <a:pt x="13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56"/>
            <p:cNvSpPr/>
            <p:nvPr/>
          </p:nvSpPr>
          <p:spPr>
            <a:xfrm>
              <a:off x="554947" y="2278829"/>
              <a:ext cx="2237823" cy="1587257"/>
            </a:xfrm>
            <a:custGeom>
              <a:rect b="b" l="l" r="r" t="t"/>
              <a:pathLst>
                <a:path extrusionOk="0" h="25092" w="35375">
                  <a:moveTo>
                    <a:pt x="15563" y="1"/>
                  </a:moveTo>
                  <a:cubicBezTo>
                    <a:pt x="2731" y="1"/>
                    <a:pt x="1" y="19146"/>
                    <a:pt x="12754" y="23326"/>
                  </a:cubicBezTo>
                  <a:cubicBezTo>
                    <a:pt x="16217" y="24472"/>
                    <a:pt x="19417" y="25092"/>
                    <a:pt x="22243" y="25092"/>
                  </a:cubicBezTo>
                  <a:cubicBezTo>
                    <a:pt x="28935" y="25092"/>
                    <a:pt x="33532" y="21614"/>
                    <a:pt x="34575" y="13397"/>
                  </a:cubicBezTo>
                  <a:cubicBezTo>
                    <a:pt x="35374" y="7052"/>
                    <a:pt x="30147" y="2167"/>
                    <a:pt x="24372" y="1003"/>
                  </a:cubicBezTo>
                  <a:lnTo>
                    <a:pt x="18415" y="296"/>
                  </a:lnTo>
                  <a:cubicBezTo>
                    <a:pt x="17416" y="95"/>
                    <a:pt x="16465" y="1"/>
                    <a:pt x="155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56"/>
            <p:cNvSpPr/>
            <p:nvPr/>
          </p:nvSpPr>
          <p:spPr>
            <a:xfrm>
              <a:off x="2157862" y="1829694"/>
              <a:ext cx="740269" cy="257015"/>
            </a:xfrm>
            <a:custGeom>
              <a:rect b="b" l="l" r="r" t="t"/>
              <a:pathLst>
                <a:path extrusionOk="0" h="4063" w="11702">
                  <a:moveTo>
                    <a:pt x="1864" y="0"/>
                  </a:moveTo>
                  <a:lnTo>
                    <a:pt x="1864" y="0"/>
                  </a:lnTo>
                  <a:cubicBezTo>
                    <a:pt x="1" y="3122"/>
                    <a:pt x="1699" y="4063"/>
                    <a:pt x="4370" y="4063"/>
                  </a:cubicBezTo>
                  <a:cubicBezTo>
                    <a:pt x="6641" y="4063"/>
                    <a:pt x="9614" y="3383"/>
                    <a:pt x="11701" y="2785"/>
                  </a:cubicBezTo>
                  <a:cubicBezTo>
                    <a:pt x="7388" y="1119"/>
                    <a:pt x="4740" y="594"/>
                    <a:pt x="18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56"/>
            <p:cNvSpPr/>
            <p:nvPr/>
          </p:nvSpPr>
          <p:spPr>
            <a:xfrm>
              <a:off x="2041846" y="1722850"/>
              <a:ext cx="132909" cy="102540"/>
            </a:xfrm>
            <a:custGeom>
              <a:rect b="b" l="l" r="r" t="t"/>
              <a:pathLst>
                <a:path extrusionOk="0" h="1621" w="2101">
                  <a:moveTo>
                    <a:pt x="1050" y="0"/>
                  </a:moveTo>
                  <a:cubicBezTo>
                    <a:pt x="0" y="0"/>
                    <a:pt x="0" y="1621"/>
                    <a:pt x="1050" y="1621"/>
                  </a:cubicBezTo>
                  <a:cubicBezTo>
                    <a:pt x="2100" y="1621"/>
                    <a:pt x="2100" y="0"/>
                    <a:pt x="10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56"/>
            <p:cNvSpPr/>
            <p:nvPr/>
          </p:nvSpPr>
          <p:spPr>
            <a:xfrm>
              <a:off x="2355167" y="1722850"/>
              <a:ext cx="131454" cy="102540"/>
            </a:xfrm>
            <a:custGeom>
              <a:rect b="b" l="l" r="r" t="t"/>
              <a:pathLst>
                <a:path extrusionOk="0" h="1621" w="2078">
                  <a:moveTo>
                    <a:pt x="1050" y="0"/>
                  </a:moveTo>
                  <a:cubicBezTo>
                    <a:pt x="0" y="0"/>
                    <a:pt x="0" y="1621"/>
                    <a:pt x="1050" y="1621"/>
                  </a:cubicBezTo>
                  <a:cubicBezTo>
                    <a:pt x="2077" y="1621"/>
                    <a:pt x="2077" y="0"/>
                    <a:pt x="10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56"/>
            <p:cNvSpPr/>
            <p:nvPr/>
          </p:nvSpPr>
          <p:spPr>
            <a:xfrm>
              <a:off x="1969857" y="1971266"/>
              <a:ext cx="404231" cy="217796"/>
            </a:xfrm>
            <a:custGeom>
              <a:rect b="b" l="l" r="r" t="t"/>
              <a:pathLst>
                <a:path extrusionOk="0" h="3443" w="6390">
                  <a:moveTo>
                    <a:pt x="486" y="0"/>
                  </a:moveTo>
                  <a:cubicBezTo>
                    <a:pt x="239" y="0"/>
                    <a:pt x="1" y="190"/>
                    <a:pt x="111" y="479"/>
                  </a:cubicBezTo>
                  <a:cubicBezTo>
                    <a:pt x="802" y="2533"/>
                    <a:pt x="2913" y="3442"/>
                    <a:pt x="4963" y="3442"/>
                  </a:cubicBezTo>
                  <a:cubicBezTo>
                    <a:pt x="5282" y="3442"/>
                    <a:pt x="5599" y="3420"/>
                    <a:pt x="5909" y="3377"/>
                  </a:cubicBezTo>
                  <a:cubicBezTo>
                    <a:pt x="6390" y="3312"/>
                    <a:pt x="6200" y="2597"/>
                    <a:pt x="5742" y="2597"/>
                  </a:cubicBezTo>
                  <a:cubicBezTo>
                    <a:pt x="5722" y="2597"/>
                    <a:pt x="5701" y="2598"/>
                    <a:pt x="5680" y="2601"/>
                  </a:cubicBezTo>
                  <a:cubicBezTo>
                    <a:pt x="5440" y="2634"/>
                    <a:pt x="5191" y="2651"/>
                    <a:pt x="4938" y="2651"/>
                  </a:cubicBezTo>
                  <a:cubicBezTo>
                    <a:pt x="3271" y="2651"/>
                    <a:pt x="1442" y="1918"/>
                    <a:pt x="887" y="273"/>
                  </a:cubicBezTo>
                  <a:cubicBezTo>
                    <a:pt x="814" y="83"/>
                    <a:pt x="648" y="0"/>
                    <a:pt x="4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56"/>
            <p:cNvSpPr/>
            <p:nvPr/>
          </p:nvSpPr>
          <p:spPr>
            <a:xfrm>
              <a:off x="1702525" y="1789271"/>
              <a:ext cx="262845" cy="205081"/>
            </a:xfrm>
            <a:custGeom>
              <a:rect b="b" l="l" r="r" t="t"/>
              <a:pathLst>
                <a:path extrusionOk="0" h="3242" w="4155">
                  <a:moveTo>
                    <a:pt x="2077" y="0"/>
                  </a:moveTo>
                  <a:cubicBezTo>
                    <a:pt x="0" y="0"/>
                    <a:pt x="0" y="3241"/>
                    <a:pt x="2077" y="3241"/>
                  </a:cubicBezTo>
                  <a:cubicBezTo>
                    <a:pt x="4154" y="3241"/>
                    <a:pt x="4154" y="0"/>
                    <a:pt x="20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56"/>
            <p:cNvSpPr/>
            <p:nvPr/>
          </p:nvSpPr>
          <p:spPr>
            <a:xfrm>
              <a:off x="2487124" y="2270416"/>
              <a:ext cx="713636" cy="569634"/>
            </a:xfrm>
            <a:custGeom>
              <a:rect b="b" l="l" r="r" t="t"/>
              <a:pathLst>
                <a:path extrusionOk="0" h="9005" w="11281">
                  <a:moveTo>
                    <a:pt x="10042" y="1"/>
                  </a:moveTo>
                  <a:cubicBezTo>
                    <a:pt x="9864" y="1"/>
                    <a:pt x="9679" y="60"/>
                    <a:pt x="9509" y="200"/>
                  </a:cubicBezTo>
                  <a:cubicBezTo>
                    <a:pt x="6565" y="2688"/>
                    <a:pt x="3598" y="5176"/>
                    <a:pt x="630" y="7642"/>
                  </a:cubicBezTo>
                  <a:cubicBezTo>
                    <a:pt x="1" y="8181"/>
                    <a:pt x="591" y="9005"/>
                    <a:pt x="1260" y="9005"/>
                  </a:cubicBezTo>
                  <a:cubicBezTo>
                    <a:pt x="1440" y="9005"/>
                    <a:pt x="1625" y="8946"/>
                    <a:pt x="1794" y="8806"/>
                  </a:cubicBezTo>
                  <a:cubicBezTo>
                    <a:pt x="4739" y="6318"/>
                    <a:pt x="7706" y="3830"/>
                    <a:pt x="10651" y="1342"/>
                  </a:cubicBezTo>
                  <a:cubicBezTo>
                    <a:pt x="11280" y="820"/>
                    <a:pt x="10705" y="1"/>
                    <a:pt x="100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56"/>
            <p:cNvSpPr/>
            <p:nvPr/>
          </p:nvSpPr>
          <p:spPr>
            <a:xfrm>
              <a:off x="2878570" y="2199503"/>
              <a:ext cx="99698" cy="293199"/>
            </a:xfrm>
            <a:custGeom>
              <a:rect b="b" l="l" r="r" t="t"/>
              <a:pathLst>
                <a:path extrusionOk="0" h="4635" w="1576">
                  <a:moveTo>
                    <a:pt x="582" y="0"/>
                  </a:moveTo>
                  <a:cubicBezTo>
                    <a:pt x="282" y="0"/>
                    <a:pt x="1" y="195"/>
                    <a:pt x="35" y="591"/>
                  </a:cubicBezTo>
                  <a:lnTo>
                    <a:pt x="331" y="4061"/>
                  </a:lnTo>
                  <a:cubicBezTo>
                    <a:pt x="366" y="4440"/>
                    <a:pt x="690" y="4634"/>
                    <a:pt x="994" y="4634"/>
                  </a:cubicBezTo>
                  <a:cubicBezTo>
                    <a:pt x="1294" y="4634"/>
                    <a:pt x="1575" y="4446"/>
                    <a:pt x="1541" y="4061"/>
                  </a:cubicBezTo>
                  <a:cubicBezTo>
                    <a:pt x="1450" y="2896"/>
                    <a:pt x="1336" y="1732"/>
                    <a:pt x="1244" y="591"/>
                  </a:cubicBezTo>
                  <a:cubicBezTo>
                    <a:pt x="1210" y="200"/>
                    <a:pt x="886" y="0"/>
                    <a:pt x="5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56"/>
            <p:cNvSpPr/>
            <p:nvPr/>
          </p:nvSpPr>
          <p:spPr>
            <a:xfrm>
              <a:off x="2788363" y="2535596"/>
              <a:ext cx="384051" cy="107348"/>
            </a:xfrm>
            <a:custGeom>
              <a:rect b="b" l="l" r="r" t="t"/>
              <a:pathLst>
                <a:path extrusionOk="0" h="1697" w="6071">
                  <a:moveTo>
                    <a:pt x="714" y="0"/>
                  </a:moveTo>
                  <a:cubicBezTo>
                    <a:pt x="0" y="0"/>
                    <a:pt x="21" y="1146"/>
                    <a:pt x="776" y="1213"/>
                  </a:cubicBezTo>
                  <a:cubicBezTo>
                    <a:pt x="2282" y="1372"/>
                    <a:pt x="3789" y="1532"/>
                    <a:pt x="5295" y="1692"/>
                  </a:cubicBezTo>
                  <a:cubicBezTo>
                    <a:pt x="5323" y="1695"/>
                    <a:pt x="5350" y="1697"/>
                    <a:pt x="5375" y="1697"/>
                  </a:cubicBezTo>
                  <a:cubicBezTo>
                    <a:pt x="6070" y="1697"/>
                    <a:pt x="6044" y="548"/>
                    <a:pt x="5295" y="482"/>
                  </a:cubicBezTo>
                  <a:cubicBezTo>
                    <a:pt x="3789" y="322"/>
                    <a:pt x="2282" y="163"/>
                    <a:pt x="776" y="3"/>
                  </a:cubicBezTo>
                  <a:cubicBezTo>
                    <a:pt x="754" y="1"/>
                    <a:pt x="734" y="0"/>
                    <a:pt x="7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56"/>
            <p:cNvSpPr/>
            <p:nvPr/>
          </p:nvSpPr>
          <p:spPr>
            <a:xfrm>
              <a:off x="598786" y="2102971"/>
              <a:ext cx="671442" cy="529212"/>
            </a:xfrm>
            <a:custGeom>
              <a:rect b="b" l="l" r="r" t="t"/>
              <a:pathLst>
                <a:path extrusionOk="0" h="8366" w="10614">
                  <a:moveTo>
                    <a:pt x="1256" y="0"/>
                  </a:moveTo>
                  <a:cubicBezTo>
                    <a:pt x="587" y="0"/>
                    <a:pt x="1" y="824"/>
                    <a:pt x="649" y="1364"/>
                  </a:cubicBezTo>
                  <a:cubicBezTo>
                    <a:pt x="3365" y="3624"/>
                    <a:pt x="6104" y="5906"/>
                    <a:pt x="8820" y="8166"/>
                  </a:cubicBezTo>
                  <a:cubicBezTo>
                    <a:pt x="8990" y="8306"/>
                    <a:pt x="9175" y="8365"/>
                    <a:pt x="9355" y="8365"/>
                  </a:cubicBezTo>
                  <a:cubicBezTo>
                    <a:pt x="10024" y="8365"/>
                    <a:pt x="10614" y="7546"/>
                    <a:pt x="9984" y="7024"/>
                  </a:cubicBezTo>
                  <a:cubicBezTo>
                    <a:pt x="7245" y="4765"/>
                    <a:pt x="4506" y="2482"/>
                    <a:pt x="1790" y="200"/>
                  </a:cubicBezTo>
                  <a:cubicBezTo>
                    <a:pt x="1621" y="60"/>
                    <a:pt x="1436" y="0"/>
                    <a:pt x="12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56"/>
            <p:cNvSpPr/>
            <p:nvPr/>
          </p:nvSpPr>
          <p:spPr>
            <a:xfrm>
              <a:off x="872949" y="2062865"/>
              <a:ext cx="96851" cy="293199"/>
            </a:xfrm>
            <a:custGeom>
              <a:rect b="b" l="l" r="r" t="t"/>
              <a:pathLst>
                <a:path extrusionOk="0" h="4635" w="1531">
                  <a:moveTo>
                    <a:pt x="943" y="1"/>
                  </a:moveTo>
                  <a:cubicBezTo>
                    <a:pt x="640" y="1"/>
                    <a:pt x="321" y="195"/>
                    <a:pt x="286" y="583"/>
                  </a:cubicBezTo>
                  <a:cubicBezTo>
                    <a:pt x="195" y="1724"/>
                    <a:pt x="127" y="2888"/>
                    <a:pt x="35" y="4052"/>
                  </a:cubicBezTo>
                  <a:cubicBezTo>
                    <a:pt x="1" y="4440"/>
                    <a:pt x="286" y="4634"/>
                    <a:pt x="589" y="4634"/>
                  </a:cubicBezTo>
                  <a:cubicBezTo>
                    <a:pt x="891" y="4634"/>
                    <a:pt x="1211" y="4440"/>
                    <a:pt x="1245" y="4052"/>
                  </a:cubicBezTo>
                  <a:cubicBezTo>
                    <a:pt x="1336" y="2888"/>
                    <a:pt x="1405" y="1724"/>
                    <a:pt x="1496" y="583"/>
                  </a:cubicBezTo>
                  <a:cubicBezTo>
                    <a:pt x="1530" y="195"/>
                    <a:pt x="1245" y="1"/>
                    <a:pt x="9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56"/>
            <p:cNvSpPr/>
            <p:nvPr/>
          </p:nvSpPr>
          <p:spPr>
            <a:xfrm>
              <a:off x="631174" y="2370997"/>
              <a:ext cx="402840" cy="105767"/>
            </a:xfrm>
            <a:custGeom>
              <a:rect b="b" l="l" r="r" t="t"/>
              <a:pathLst>
                <a:path extrusionOk="0" h="1672" w="6368">
                  <a:moveTo>
                    <a:pt x="5654" y="0"/>
                  </a:moveTo>
                  <a:cubicBezTo>
                    <a:pt x="5634" y="0"/>
                    <a:pt x="5613" y="1"/>
                    <a:pt x="5592" y="3"/>
                  </a:cubicBezTo>
                  <a:cubicBezTo>
                    <a:pt x="3994" y="163"/>
                    <a:pt x="2374" y="300"/>
                    <a:pt x="776" y="459"/>
                  </a:cubicBezTo>
                  <a:cubicBezTo>
                    <a:pt x="21" y="526"/>
                    <a:pt x="0" y="1672"/>
                    <a:pt x="714" y="1672"/>
                  </a:cubicBezTo>
                  <a:cubicBezTo>
                    <a:pt x="734" y="1672"/>
                    <a:pt x="754" y="1671"/>
                    <a:pt x="776" y="1669"/>
                  </a:cubicBezTo>
                  <a:cubicBezTo>
                    <a:pt x="2374" y="1532"/>
                    <a:pt x="3994" y="1372"/>
                    <a:pt x="5592" y="1213"/>
                  </a:cubicBezTo>
                  <a:cubicBezTo>
                    <a:pt x="6347" y="1146"/>
                    <a:pt x="6367" y="0"/>
                    <a:pt x="56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56"/>
            <p:cNvSpPr/>
            <p:nvPr/>
          </p:nvSpPr>
          <p:spPr>
            <a:xfrm>
              <a:off x="1166470" y="2322035"/>
              <a:ext cx="603374" cy="1054186"/>
            </a:xfrm>
            <a:custGeom>
              <a:rect b="b" l="l" r="r" t="t"/>
              <a:pathLst>
                <a:path extrusionOk="0" h="16665" w="9538">
                  <a:moveTo>
                    <a:pt x="6594" y="0"/>
                  </a:moveTo>
                  <a:cubicBezTo>
                    <a:pt x="5615" y="0"/>
                    <a:pt x="4617" y="497"/>
                    <a:pt x="4183" y="1644"/>
                  </a:cubicBezTo>
                  <a:cubicBezTo>
                    <a:pt x="2677" y="5570"/>
                    <a:pt x="1421" y="9565"/>
                    <a:pt x="440" y="13650"/>
                  </a:cubicBezTo>
                  <a:cubicBezTo>
                    <a:pt x="1" y="15475"/>
                    <a:pt x="1515" y="16664"/>
                    <a:pt x="2953" y="16664"/>
                  </a:cubicBezTo>
                  <a:cubicBezTo>
                    <a:pt x="3907" y="16664"/>
                    <a:pt x="4827" y="16140"/>
                    <a:pt x="5119" y="14928"/>
                  </a:cubicBezTo>
                  <a:cubicBezTo>
                    <a:pt x="6100" y="10843"/>
                    <a:pt x="7356" y="6848"/>
                    <a:pt x="8862" y="2922"/>
                  </a:cubicBezTo>
                  <a:cubicBezTo>
                    <a:pt x="9538" y="1157"/>
                    <a:pt x="8089" y="0"/>
                    <a:pt x="65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56"/>
            <p:cNvSpPr/>
            <p:nvPr/>
          </p:nvSpPr>
          <p:spPr>
            <a:xfrm>
              <a:off x="1561015" y="2466454"/>
              <a:ext cx="17397" cy="47696"/>
            </a:xfrm>
            <a:custGeom>
              <a:rect b="b" l="l" r="r" t="t"/>
              <a:pathLst>
                <a:path extrusionOk="0" fill="none" h="754" w="275">
                  <a:moveTo>
                    <a:pt x="274" y="0"/>
                  </a:moveTo>
                  <a:cubicBezTo>
                    <a:pt x="183" y="251"/>
                    <a:pt x="92" y="502"/>
                    <a:pt x="0" y="754"/>
                  </a:cubicBezTo>
                </a:path>
              </a:pathLst>
            </a:custGeom>
            <a:noFill/>
            <a:ln cap="flat" cmpd="sng" w="112975">
              <a:solidFill>
                <a:srgbClr val="388369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56"/>
            <p:cNvSpPr/>
            <p:nvPr/>
          </p:nvSpPr>
          <p:spPr>
            <a:xfrm>
              <a:off x="1374718" y="2672930"/>
              <a:ext cx="128608" cy="421674"/>
            </a:xfrm>
            <a:custGeom>
              <a:rect b="b" l="l" r="r" t="t"/>
              <a:pathLst>
                <a:path extrusionOk="0" fill="none" h="6666" w="2033">
                  <a:moveTo>
                    <a:pt x="2032" y="0"/>
                  </a:moveTo>
                  <a:cubicBezTo>
                    <a:pt x="1279" y="2192"/>
                    <a:pt x="594" y="4428"/>
                    <a:pt x="1" y="6665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56"/>
            <p:cNvSpPr/>
            <p:nvPr/>
          </p:nvSpPr>
          <p:spPr>
            <a:xfrm>
              <a:off x="1341507" y="3176848"/>
              <a:ext cx="13095" cy="49151"/>
            </a:xfrm>
            <a:custGeom>
              <a:rect b="b" l="l" r="r" t="t"/>
              <a:pathLst>
                <a:path extrusionOk="0" fill="none" h="777" w="207">
                  <a:moveTo>
                    <a:pt x="206" y="0"/>
                  </a:moveTo>
                  <a:cubicBezTo>
                    <a:pt x="138" y="251"/>
                    <a:pt x="69" y="502"/>
                    <a:pt x="1" y="776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56"/>
            <p:cNvSpPr/>
            <p:nvPr/>
          </p:nvSpPr>
          <p:spPr>
            <a:xfrm>
              <a:off x="1109031" y="2084689"/>
              <a:ext cx="1560814" cy="554768"/>
            </a:xfrm>
            <a:custGeom>
              <a:rect b="b" l="l" r="r" t="t"/>
              <a:pathLst>
                <a:path extrusionOk="0" h="8770" w="24673">
                  <a:moveTo>
                    <a:pt x="3347" y="1"/>
                  </a:moveTo>
                  <a:cubicBezTo>
                    <a:pt x="1336" y="1"/>
                    <a:pt x="1" y="3171"/>
                    <a:pt x="2169" y="4597"/>
                  </a:cubicBezTo>
                  <a:cubicBezTo>
                    <a:pt x="6114" y="7248"/>
                    <a:pt x="10804" y="8769"/>
                    <a:pt x="15512" y="8769"/>
                  </a:cubicBezTo>
                  <a:cubicBezTo>
                    <a:pt x="17696" y="8769"/>
                    <a:pt x="19885" y="8442"/>
                    <a:pt x="22005" y="7747"/>
                  </a:cubicBezTo>
                  <a:cubicBezTo>
                    <a:pt x="24672" y="6858"/>
                    <a:pt x="23893" y="2934"/>
                    <a:pt x="21499" y="2934"/>
                  </a:cubicBezTo>
                  <a:cubicBezTo>
                    <a:pt x="21250" y="2934"/>
                    <a:pt x="20985" y="2976"/>
                    <a:pt x="20703" y="3068"/>
                  </a:cubicBezTo>
                  <a:cubicBezTo>
                    <a:pt x="18968" y="3639"/>
                    <a:pt x="17211" y="3907"/>
                    <a:pt x="15469" y="3907"/>
                  </a:cubicBezTo>
                  <a:cubicBezTo>
                    <a:pt x="11642" y="3907"/>
                    <a:pt x="7890" y="2616"/>
                    <a:pt x="4612" y="420"/>
                  </a:cubicBezTo>
                  <a:cubicBezTo>
                    <a:pt x="4178" y="127"/>
                    <a:pt x="3749" y="1"/>
                    <a:pt x="3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56"/>
            <p:cNvSpPr/>
            <p:nvPr/>
          </p:nvSpPr>
          <p:spPr>
            <a:xfrm>
              <a:off x="1322783" y="2244100"/>
              <a:ext cx="43333" cy="27454"/>
            </a:xfrm>
            <a:custGeom>
              <a:rect b="b" l="l" r="r" t="t"/>
              <a:pathLst>
                <a:path extrusionOk="0" fill="none" h="434" w="685">
                  <a:moveTo>
                    <a:pt x="0" y="0"/>
                  </a:moveTo>
                  <a:cubicBezTo>
                    <a:pt x="228" y="137"/>
                    <a:pt x="457" y="297"/>
                    <a:pt x="685" y="434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56"/>
            <p:cNvSpPr/>
            <p:nvPr/>
          </p:nvSpPr>
          <p:spPr>
            <a:xfrm>
              <a:off x="1535016" y="2363912"/>
              <a:ext cx="782653" cy="154538"/>
            </a:xfrm>
            <a:custGeom>
              <a:rect b="b" l="l" r="r" t="t"/>
              <a:pathLst>
                <a:path extrusionOk="0" fill="none" h="2443" w="12372">
                  <a:moveTo>
                    <a:pt x="0" y="1"/>
                  </a:moveTo>
                  <a:cubicBezTo>
                    <a:pt x="3858" y="1758"/>
                    <a:pt x="8240" y="2443"/>
                    <a:pt x="12372" y="1598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56"/>
            <p:cNvSpPr/>
            <p:nvPr/>
          </p:nvSpPr>
          <p:spPr>
            <a:xfrm>
              <a:off x="2411467" y="2426032"/>
              <a:ext cx="49153" cy="15941"/>
            </a:xfrm>
            <a:custGeom>
              <a:rect b="b" l="l" r="r" t="t"/>
              <a:pathLst>
                <a:path extrusionOk="0" fill="none" h="252" w="777">
                  <a:moveTo>
                    <a:pt x="0" y="251"/>
                  </a:moveTo>
                  <a:cubicBezTo>
                    <a:pt x="251" y="183"/>
                    <a:pt x="525" y="91"/>
                    <a:pt x="776" y="0"/>
                  </a:cubicBezTo>
                </a:path>
              </a:pathLst>
            </a:custGeom>
            <a:noFill/>
            <a:ln cap="flat" cmpd="sng" w="112975">
              <a:solidFill>
                <a:schemeClr val="accent5"/>
              </a:solidFill>
              <a:prstDash val="solid"/>
              <a:miter lim="228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56"/>
            <p:cNvSpPr/>
            <p:nvPr/>
          </p:nvSpPr>
          <p:spPr>
            <a:xfrm>
              <a:off x="2018693" y="2683052"/>
              <a:ext cx="330723" cy="255624"/>
            </a:xfrm>
            <a:custGeom>
              <a:rect b="b" l="l" r="r" t="t"/>
              <a:pathLst>
                <a:path extrusionOk="0" h="4041" w="5228">
                  <a:moveTo>
                    <a:pt x="2626" y="0"/>
                  </a:moveTo>
                  <a:cubicBezTo>
                    <a:pt x="1" y="0"/>
                    <a:pt x="1" y="4040"/>
                    <a:pt x="2626" y="4040"/>
                  </a:cubicBezTo>
                  <a:cubicBezTo>
                    <a:pt x="5228" y="4040"/>
                    <a:pt x="5228" y="0"/>
                    <a:pt x="26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56"/>
            <p:cNvSpPr/>
            <p:nvPr/>
          </p:nvSpPr>
          <p:spPr>
            <a:xfrm>
              <a:off x="2183292" y="2746563"/>
              <a:ext cx="78063" cy="62119"/>
            </a:xfrm>
            <a:custGeom>
              <a:rect b="b" l="l" r="r" t="t"/>
              <a:pathLst>
                <a:path extrusionOk="0" h="982" w="1234">
                  <a:moveTo>
                    <a:pt x="617" y="0"/>
                  </a:moveTo>
                  <a:cubicBezTo>
                    <a:pt x="1" y="0"/>
                    <a:pt x="1" y="982"/>
                    <a:pt x="617" y="982"/>
                  </a:cubicBezTo>
                  <a:cubicBezTo>
                    <a:pt x="1234" y="982"/>
                    <a:pt x="1234" y="0"/>
                    <a:pt x="6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56"/>
            <p:cNvSpPr/>
            <p:nvPr/>
          </p:nvSpPr>
          <p:spPr>
            <a:xfrm>
              <a:off x="2126992" y="2818741"/>
              <a:ext cx="78063" cy="62182"/>
            </a:xfrm>
            <a:custGeom>
              <a:rect b="b" l="l" r="r" t="t"/>
              <a:pathLst>
                <a:path extrusionOk="0" h="983" w="1234">
                  <a:moveTo>
                    <a:pt x="617" y="1"/>
                  </a:moveTo>
                  <a:cubicBezTo>
                    <a:pt x="1" y="1"/>
                    <a:pt x="1" y="982"/>
                    <a:pt x="617" y="982"/>
                  </a:cubicBezTo>
                  <a:cubicBezTo>
                    <a:pt x="1233" y="982"/>
                    <a:pt x="1233" y="1"/>
                    <a:pt x="6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56"/>
            <p:cNvSpPr/>
            <p:nvPr/>
          </p:nvSpPr>
          <p:spPr>
            <a:xfrm>
              <a:off x="2060570" y="3067094"/>
              <a:ext cx="329268" cy="255624"/>
            </a:xfrm>
            <a:custGeom>
              <a:rect b="b" l="l" r="r" t="t"/>
              <a:pathLst>
                <a:path extrusionOk="0" h="4041" w="5205">
                  <a:moveTo>
                    <a:pt x="2603" y="1"/>
                  </a:moveTo>
                  <a:cubicBezTo>
                    <a:pt x="1" y="1"/>
                    <a:pt x="1" y="4041"/>
                    <a:pt x="2603" y="4041"/>
                  </a:cubicBezTo>
                  <a:cubicBezTo>
                    <a:pt x="5205" y="4041"/>
                    <a:pt x="5205" y="1"/>
                    <a:pt x="2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56"/>
            <p:cNvSpPr/>
            <p:nvPr/>
          </p:nvSpPr>
          <p:spPr>
            <a:xfrm>
              <a:off x="2223778" y="3130606"/>
              <a:ext cx="79455" cy="60727"/>
            </a:xfrm>
            <a:custGeom>
              <a:rect b="b" l="l" r="r" t="t"/>
              <a:pathLst>
                <a:path extrusionOk="0" h="960" w="1256">
                  <a:moveTo>
                    <a:pt x="616" y="1"/>
                  </a:moveTo>
                  <a:cubicBezTo>
                    <a:pt x="0" y="1"/>
                    <a:pt x="0" y="960"/>
                    <a:pt x="616" y="960"/>
                  </a:cubicBezTo>
                  <a:cubicBezTo>
                    <a:pt x="1255" y="960"/>
                    <a:pt x="1255" y="1"/>
                    <a:pt x="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56"/>
            <p:cNvSpPr/>
            <p:nvPr/>
          </p:nvSpPr>
          <p:spPr>
            <a:xfrm>
              <a:off x="2167414" y="3202847"/>
              <a:ext cx="79518" cy="60664"/>
            </a:xfrm>
            <a:custGeom>
              <a:rect b="b" l="l" r="r" t="t"/>
              <a:pathLst>
                <a:path extrusionOk="0" h="959" w="1257">
                  <a:moveTo>
                    <a:pt x="617" y="0"/>
                  </a:moveTo>
                  <a:cubicBezTo>
                    <a:pt x="1" y="0"/>
                    <a:pt x="1" y="959"/>
                    <a:pt x="617" y="959"/>
                  </a:cubicBezTo>
                  <a:cubicBezTo>
                    <a:pt x="1256" y="959"/>
                    <a:pt x="1256" y="0"/>
                    <a:pt x="6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465;p57"/>
          <p:cNvGrpSpPr/>
          <p:nvPr/>
        </p:nvGrpSpPr>
        <p:grpSpPr>
          <a:xfrm>
            <a:off x="38200" y="961891"/>
            <a:ext cx="3968002" cy="4281983"/>
            <a:chOff x="38200" y="961891"/>
            <a:chExt cx="3968002" cy="4281983"/>
          </a:xfrm>
        </p:grpSpPr>
        <p:sp>
          <p:nvSpPr>
            <p:cNvPr id="466" name="Google Shape;466;p57"/>
            <p:cNvSpPr/>
            <p:nvPr/>
          </p:nvSpPr>
          <p:spPr>
            <a:xfrm>
              <a:off x="38200" y="961891"/>
              <a:ext cx="3968002" cy="3814128"/>
            </a:xfrm>
            <a:custGeom>
              <a:rect b="b" l="l" r="r" t="t"/>
              <a:pathLst>
                <a:path extrusionOk="0" h="186624" w="194153">
                  <a:moveTo>
                    <a:pt x="91829" y="1"/>
                  </a:moveTo>
                  <a:cubicBezTo>
                    <a:pt x="87007" y="1"/>
                    <a:pt x="82206" y="374"/>
                    <a:pt x="77426" y="1140"/>
                  </a:cubicBezTo>
                  <a:cubicBezTo>
                    <a:pt x="73434" y="1767"/>
                    <a:pt x="69571" y="2915"/>
                    <a:pt x="65657" y="3932"/>
                  </a:cubicBezTo>
                  <a:cubicBezTo>
                    <a:pt x="55401" y="6646"/>
                    <a:pt x="45850" y="10874"/>
                    <a:pt x="37526" y="17581"/>
                  </a:cubicBezTo>
                  <a:cubicBezTo>
                    <a:pt x="30793" y="22930"/>
                    <a:pt x="24713" y="29037"/>
                    <a:pt x="19389" y="35769"/>
                  </a:cubicBezTo>
                  <a:cubicBezTo>
                    <a:pt x="9107" y="48948"/>
                    <a:pt x="3653" y="64110"/>
                    <a:pt x="1487" y="80550"/>
                  </a:cubicBezTo>
                  <a:cubicBezTo>
                    <a:pt x="1227" y="82533"/>
                    <a:pt x="1227" y="84569"/>
                    <a:pt x="913" y="86552"/>
                  </a:cubicBezTo>
                  <a:cubicBezTo>
                    <a:pt x="365" y="90466"/>
                    <a:pt x="52" y="94407"/>
                    <a:pt x="0" y="98374"/>
                  </a:cubicBezTo>
                  <a:cubicBezTo>
                    <a:pt x="0" y="101114"/>
                    <a:pt x="130" y="103828"/>
                    <a:pt x="444" y="106542"/>
                  </a:cubicBezTo>
                  <a:cubicBezTo>
                    <a:pt x="1174" y="113587"/>
                    <a:pt x="3001" y="120477"/>
                    <a:pt x="5898" y="126922"/>
                  </a:cubicBezTo>
                  <a:cubicBezTo>
                    <a:pt x="10334" y="136708"/>
                    <a:pt x="16179" y="145790"/>
                    <a:pt x="23304" y="153827"/>
                  </a:cubicBezTo>
                  <a:cubicBezTo>
                    <a:pt x="28731" y="160038"/>
                    <a:pt x="34734" y="165597"/>
                    <a:pt x="41623" y="170111"/>
                  </a:cubicBezTo>
                  <a:cubicBezTo>
                    <a:pt x="52165" y="177027"/>
                    <a:pt x="63595" y="181880"/>
                    <a:pt x="75991" y="184359"/>
                  </a:cubicBezTo>
                  <a:cubicBezTo>
                    <a:pt x="80401" y="185273"/>
                    <a:pt x="84864" y="185951"/>
                    <a:pt x="89326" y="186343"/>
                  </a:cubicBezTo>
                  <a:cubicBezTo>
                    <a:pt x="91873" y="186532"/>
                    <a:pt x="94428" y="186624"/>
                    <a:pt x="96982" y="186624"/>
                  </a:cubicBezTo>
                  <a:cubicBezTo>
                    <a:pt x="99347" y="186624"/>
                    <a:pt x="101712" y="186545"/>
                    <a:pt x="104070" y="186395"/>
                  </a:cubicBezTo>
                  <a:cubicBezTo>
                    <a:pt x="108898" y="186108"/>
                    <a:pt x="113725" y="185821"/>
                    <a:pt x="118475" y="184855"/>
                  </a:cubicBezTo>
                  <a:cubicBezTo>
                    <a:pt x="128548" y="182820"/>
                    <a:pt x="138256" y="179741"/>
                    <a:pt x="147232" y="174704"/>
                  </a:cubicBezTo>
                  <a:cubicBezTo>
                    <a:pt x="155479" y="170007"/>
                    <a:pt x="162890" y="163979"/>
                    <a:pt x="169127" y="156828"/>
                  </a:cubicBezTo>
                  <a:cubicBezTo>
                    <a:pt x="176303" y="148739"/>
                    <a:pt x="181757" y="139527"/>
                    <a:pt x="186193" y="129715"/>
                  </a:cubicBezTo>
                  <a:cubicBezTo>
                    <a:pt x="189482" y="122460"/>
                    <a:pt x="192169" y="114997"/>
                    <a:pt x="193161" y="107011"/>
                  </a:cubicBezTo>
                  <a:cubicBezTo>
                    <a:pt x="193683" y="102810"/>
                    <a:pt x="194153" y="98582"/>
                    <a:pt x="193474" y="94329"/>
                  </a:cubicBezTo>
                  <a:cubicBezTo>
                    <a:pt x="193422" y="93885"/>
                    <a:pt x="193396" y="93415"/>
                    <a:pt x="193422" y="92946"/>
                  </a:cubicBezTo>
                  <a:cubicBezTo>
                    <a:pt x="193422" y="89553"/>
                    <a:pt x="193083" y="86135"/>
                    <a:pt x="192404" y="82794"/>
                  </a:cubicBezTo>
                  <a:cubicBezTo>
                    <a:pt x="190212" y="71573"/>
                    <a:pt x="186663" y="60665"/>
                    <a:pt x="181835" y="50279"/>
                  </a:cubicBezTo>
                  <a:cubicBezTo>
                    <a:pt x="174633" y="34882"/>
                    <a:pt x="162603" y="22252"/>
                    <a:pt x="147546" y="14345"/>
                  </a:cubicBezTo>
                  <a:cubicBezTo>
                    <a:pt x="139926" y="10404"/>
                    <a:pt x="132175" y="6751"/>
                    <a:pt x="123877" y="4402"/>
                  </a:cubicBezTo>
                  <a:cubicBezTo>
                    <a:pt x="114039" y="1636"/>
                    <a:pt x="103861" y="149"/>
                    <a:pt x="93632" y="18"/>
                  </a:cubicBezTo>
                  <a:cubicBezTo>
                    <a:pt x="93030" y="7"/>
                    <a:pt x="92430" y="1"/>
                    <a:pt x="91829" y="1"/>
                  </a:cubicBez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57"/>
            <p:cNvSpPr/>
            <p:nvPr/>
          </p:nvSpPr>
          <p:spPr>
            <a:xfrm>
              <a:off x="842457" y="4526681"/>
              <a:ext cx="2406945" cy="437526"/>
            </a:xfrm>
            <a:custGeom>
              <a:rect b="b" l="l" r="r" t="t"/>
              <a:pathLst>
                <a:path extrusionOk="0" h="21408" w="117771">
                  <a:moveTo>
                    <a:pt x="26325" y="1"/>
                  </a:moveTo>
                  <a:cubicBezTo>
                    <a:pt x="22846" y="1"/>
                    <a:pt x="19365" y="50"/>
                    <a:pt x="15893" y="123"/>
                  </a:cubicBezTo>
                  <a:cubicBezTo>
                    <a:pt x="15397" y="150"/>
                    <a:pt x="14901" y="176"/>
                    <a:pt x="14405" y="254"/>
                  </a:cubicBezTo>
                  <a:cubicBezTo>
                    <a:pt x="13362" y="384"/>
                    <a:pt x="12500" y="1063"/>
                    <a:pt x="12109" y="2028"/>
                  </a:cubicBezTo>
                  <a:cubicBezTo>
                    <a:pt x="11952" y="2368"/>
                    <a:pt x="11900" y="2785"/>
                    <a:pt x="11587" y="3020"/>
                  </a:cubicBezTo>
                  <a:cubicBezTo>
                    <a:pt x="10752" y="3672"/>
                    <a:pt x="10360" y="4612"/>
                    <a:pt x="9865" y="5473"/>
                  </a:cubicBezTo>
                  <a:cubicBezTo>
                    <a:pt x="8795" y="7378"/>
                    <a:pt x="7594" y="9205"/>
                    <a:pt x="6263" y="10927"/>
                  </a:cubicBezTo>
                  <a:cubicBezTo>
                    <a:pt x="4437" y="13276"/>
                    <a:pt x="2688" y="15624"/>
                    <a:pt x="653" y="17764"/>
                  </a:cubicBezTo>
                  <a:cubicBezTo>
                    <a:pt x="157" y="18234"/>
                    <a:pt x="0" y="18965"/>
                    <a:pt x="261" y="19591"/>
                  </a:cubicBezTo>
                  <a:cubicBezTo>
                    <a:pt x="470" y="20452"/>
                    <a:pt x="1227" y="21026"/>
                    <a:pt x="2114" y="21026"/>
                  </a:cubicBezTo>
                  <a:cubicBezTo>
                    <a:pt x="3406" y="21085"/>
                    <a:pt x="4698" y="21114"/>
                    <a:pt x="5989" y="21114"/>
                  </a:cubicBezTo>
                  <a:cubicBezTo>
                    <a:pt x="6420" y="21114"/>
                    <a:pt x="6851" y="21111"/>
                    <a:pt x="7281" y="21105"/>
                  </a:cubicBezTo>
                  <a:cubicBezTo>
                    <a:pt x="13701" y="21000"/>
                    <a:pt x="20146" y="20896"/>
                    <a:pt x="26566" y="20817"/>
                  </a:cubicBezTo>
                  <a:cubicBezTo>
                    <a:pt x="28308" y="20796"/>
                    <a:pt x="30049" y="20787"/>
                    <a:pt x="31789" y="20787"/>
                  </a:cubicBezTo>
                  <a:cubicBezTo>
                    <a:pt x="40689" y="20787"/>
                    <a:pt x="49576" y="21034"/>
                    <a:pt x="58481" y="21209"/>
                  </a:cubicBezTo>
                  <a:cubicBezTo>
                    <a:pt x="59708" y="21157"/>
                    <a:pt x="60908" y="21078"/>
                    <a:pt x="62135" y="21078"/>
                  </a:cubicBezTo>
                  <a:cubicBezTo>
                    <a:pt x="70120" y="21183"/>
                    <a:pt x="78105" y="21339"/>
                    <a:pt x="86090" y="21392"/>
                  </a:cubicBezTo>
                  <a:cubicBezTo>
                    <a:pt x="87118" y="21402"/>
                    <a:pt x="88145" y="21407"/>
                    <a:pt x="89172" y="21407"/>
                  </a:cubicBezTo>
                  <a:cubicBezTo>
                    <a:pt x="95713" y="21407"/>
                    <a:pt x="102253" y="21210"/>
                    <a:pt x="108794" y="21052"/>
                  </a:cubicBezTo>
                  <a:cubicBezTo>
                    <a:pt x="110125" y="21026"/>
                    <a:pt x="111482" y="20922"/>
                    <a:pt x="112813" y="20817"/>
                  </a:cubicBezTo>
                  <a:cubicBezTo>
                    <a:pt x="113909" y="20765"/>
                    <a:pt x="115005" y="20609"/>
                    <a:pt x="116048" y="20296"/>
                  </a:cubicBezTo>
                  <a:cubicBezTo>
                    <a:pt x="117405" y="19852"/>
                    <a:pt x="117771" y="18547"/>
                    <a:pt x="116779" y="17529"/>
                  </a:cubicBezTo>
                  <a:cubicBezTo>
                    <a:pt x="116336" y="17060"/>
                    <a:pt x="115918" y="16538"/>
                    <a:pt x="115527" y="15990"/>
                  </a:cubicBezTo>
                  <a:cubicBezTo>
                    <a:pt x="113204" y="12884"/>
                    <a:pt x="111299" y="9518"/>
                    <a:pt x="109368" y="6152"/>
                  </a:cubicBezTo>
                  <a:cubicBezTo>
                    <a:pt x="108611" y="4847"/>
                    <a:pt x="107828" y="3542"/>
                    <a:pt x="107385" y="2081"/>
                  </a:cubicBezTo>
                  <a:cubicBezTo>
                    <a:pt x="107045" y="932"/>
                    <a:pt x="106236" y="384"/>
                    <a:pt x="105062" y="332"/>
                  </a:cubicBezTo>
                  <a:cubicBezTo>
                    <a:pt x="104331" y="306"/>
                    <a:pt x="103627" y="254"/>
                    <a:pt x="102922" y="254"/>
                  </a:cubicBezTo>
                  <a:cubicBezTo>
                    <a:pt x="95816" y="235"/>
                    <a:pt x="88724" y="107"/>
                    <a:pt x="81636" y="107"/>
                  </a:cubicBezTo>
                  <a:cubicBezTo>
                    <a:pt x="78936" y="107"/>
                    <a:pt x="76237" y="125"/>
                    <a:pt x="73538" y="176"/>
                  </a:cubicBezTo>
                  <a:cubicBezTo>
                    <a:pt x="69115" y="254"/>
                    <a:pt x="64698" y="280"/>
                    <a:pt x="60285" y="280"/>
                  </a:cubicBezTo>
                  <a:cubicBezTo>
                    <a:pt x="55872" y="280"/>
                    <a:pt x="51461" y="254"/>
                    <a:pt x="47051" y="228"/>
                  </a:cubicBezTo>
                  <a:cubicBezTo>
                    <a:pt x="42798" y="202"/>
                    <a:pt x="38544" y="228"/>
                    <a:pt x="34316" y="97"/>
                  </a:cubicBezTo>
                  <a:cubicBezTo>
                    <a:pt x="31656" y="29"/>
                    <a:pt x="28991" y="1"/>
                    <a:pt x="26325" y="1"/>
                  </a:cubicBezTo>
                  <a:close/>
                </a:path>
              </a:pathLst>
            </a:custGeom>
            <a:solidFill>
              <a:srgbClr val="D4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57"/>
            <p:cNvSpPr/>
            <p:nvPr/>
          </p:nvSpPr>
          <p:spPr>
            <a:xfrm>
              <a:off x="751265" y="4888977"/>
              <a:ext cx="2537070" cy="354897"/>
            </a:xfrm>
            <a:custGeom>
              <a:rect b="b" l="l" r="r" t="t"/>
              <a:pathLst>
                <a:path extrusionOk="0" h="17365" w="124138">
                  <a:moveTo>
                    <a:pt x="40577" y="0"/>
                  </a:moveTo>
                  <a:cubicBezTo>
                    <a:pt x="39831" y="0"/>
                    <a:pt x="39084" y="4"/>
                    <a:pt x="38335" y="11"/>
                  </a:cubicBezTo>
                  <a:cubicBezTo>
                    <a:pt x="37448" y="11"/>
                    <a:pt x="36560" y="11"/>
                    <a:pt x="35673" y="37"/>
                  </a:cubicBezTo>
                  <a:cubicBezTo>
                    <a:pt x="32385" y="63"/>
                    <a:pt x="29097" y="89"/>
                    <a:pt x="25783" y="168"/>
                  </a:cubicBezTo>
                  <a:cubicBezTo>
                    <a:pt x="25365" y="168"/>
                    <a:pt x="24948" y="168"/>
                    <a:pt x="24504" y="194"/>
                  </a:cubicBezTo>
                  <a:lnTo>
                    <a:pt x="23121" y="220"/>
                  </a:lnTo>
                  <a:cubicBezTo>
                    <a:pt x="19259" y="298"/>
                    <a:pt x="15397" y="376"/>
                    <a:pt x="11508" y="481"/>
                  </a:cubicBezTo>
                  <a:cubicBezTo>
                    <a:pt x="10621" y="481"/>
                    <a:pt x="9734" y="507"/>
                    <a:pt x="8873" y="533"/>
                  </a:cubicBezTo>
                  <a:cubicBezTo>
                    <a:pt x="7359" y="585"/>
                    <a:pt x="5846" y="611"/>
                    <a:pt x="4332" y="664"/>
                  </a:cubicBezTo>
                  <a:cubicBezTo>
                    <a:pt x="1644" y="716"/>
                    <a:pt x="548" y="1760"/>
                    <a:pt x="235" y="4447"/>
                  </a:cubicBezTo>
                  <a:cubicBezTo>
                    <a:pt x="209" y="4656"/>
                    <a:pt x="209" y="4865"/>
                    <a:pt x="183" y="5048"/>
                  </a:cubicBezTo>
                  <a:cubicBezTo>
                    <a:pt x="0" y="7448"/>
                    <a:pt x="104" y="9849"/>
                    <a:pt x="444" y="12224"/>
                  </a:cubicBezTo>
                  <a:cubicBezTo>
                    <a:pt x="705" y="14181"/>
                    <a:pt x="1670" y="15277"/>
                    <a:pt x="3523" y="15695"/>
                  </a:cubicBezTo>
                  <a:cubicBezTo>
                    <a:pt x="3993" y="15799"/>
                    <a:pt x="4436" y="15904"/>
                    <a:pt x="4880" y="15982"/>
                  </a:cubicBezTo>
                  <a:cubicBezTo>
                    <a:pt x="6106" y="16165"/>
                    <a:pt x="7359" y="16295"/>
                    <a:pt x="8586" y="16373"/>
                  </a:cubicBezTo>
                  <a:cubicBezTo>
                    <a:pt x="9473" y="16425"/>
                    <a:pt x="10386" y="16452"/>
                    <a:pt x="11300" y="16452"/>
                  </a:cubicBezTo>
                  <a:lnTo>
                    <a:pt x="11456" y="16452"/>
                  </a:lnTo>
                  <a:cubicBezTo>
                    <a:pt x="15083" y="16504"/>
                    <a:pt x="18711" y="16530"/>
                    <a:pt x="22338" y="16608"/>
                  </a:cubicBezTo>
                  <a:cubicBezTo>
                    <a:pt x="23278" y="16634"/>
                    <a:pt x="24243" y="16660"/>
                    <a:pt x="25209" y="16713"/>
                  </a:cubicBezTo>
                  <a:cubicBezTo>
                    <a:pt x="25991" y="16713"/>
                    <a:pt x="26774" y="16765"/>
                    <a:pt x="27557" y="16791"/>
                  </a:cubicBezTo>
                  <a:cubicBezTo>
                    <a:pt x="29906" y="16921"/>
                    <a:pt x="32254" y="17000"/>
                    <a:pt x="34577" y="17078"/>
                  </a:cubicBezTo>
                  <a:cubicBezTo>
                    <a:pt x="35543" y="17130"/>
                    <a:pt x="36508" y="17156"/>
                    <a:pt x="37474" y="17182"/>
                  </a:cubicBezTo>
                  <a:cubicBezTo>
                    <a:pt x="40422" y="17261"/>
                    <a:pt x="43371" y="17313"/>
                    <a:pt x="46320" y="17339"/>
                  </a:cubicBezTo>
                  <a:cubicBezTo>
                    <a:pt x="47286" y="17365"/>
                    <a:pt x="48251" y="17365"/>
                    <a:pt x="49217" y="17365"/>
                  </a:cubicBezTo>
                  <a:lnTo>
                    <a:pt x="51513" y="17365"/>
                  </a:lnTo>
                  <a:cubicBezTo>
                    <a:pt x="54775" y="17339"/>
                    <a:pt x="58063" y="17313"/>
                    <a:pt x="61325" y="17287"/>
                  </a:cubicBezTo>
                  <a:cubicBezTo>
                    <a:pt x="62291" y="17287"/>
                    <a:pt x="63230" y="17261"/>
                    <a:pt x="64196" y="17261"/>
                  </a:cubicBezTo>
                  <a:cubicBezTo>
                    <a:pt x="67118" y="17208"/>
                    <a:pt x="70041" y="17156"/>
                    <a:pt x="72938" y="17104"/>
                  </a:cubicBezTo>
                  <a:cubicBezTo>
                    <a:pt x="73903" y="17104"/>
                    <a:pt x="74869" y="17078"/>
                    <a:pt x="75834" y="17026"/>
                  </a:cubicBezTo>
                  <a:cubicBezTo>
                    <a:pt x="76591" y="17026"/>
                    <a:pt x="77348" y="17026"/>
                    <a:pt x="78131" y="17000"/>
                  </a:cubicBezTo>
                  <a:cubicBezTo>
                    <a:pt x="80871" y="16921"/>
                    <a:pt x="83585" y="16843"/>
                    <a:pt x="86325" y="16765"/>
                  </a:cubicBezTo>
                  <a:cubicBezTo>
                    <a:pt x="87264" y="16739"/>
                    <a:pt x="88230" y="16713"/>
                    <a:pt x="89196" y="16686"/>
                  </a:cubicBezTo>
                  <a:cubicBezTo>
                    <a:pt x="92118" y="16582"/>
                    <a:pt x="95041" y="16478"/>
                    <a:pt x="97964" y="16373"/>
                  </a:cubicBezTo>
                  <a:cubicBezTo>
                    <a:pt x="98929" y="16321"/>
                    <a:pt x="99895" y="16295"/>
                    <a:pt x="100860" y="16243"/>
                  </a:cubicBezTo>
                  <a:cubicBezTo>
                    <a:pt x="103105" y="16165"/>
                    <a:pt x="105375" y="16060"/>
                    <a:pt x="107619" y="15930"/>
                  </a:cubicBezTo>
                  <a:cubicBezTo>
                    <a:pt x="108585" y="15904"/>
                    <a:pt x="109576" y="15851"/>
                    <a:pt x="110542" y="15799"/>
                  </a:cubicBezTo>
                  <a:cubicBezTo>
                    <a:pt x="110855" y="15773"/>
                    <a:pt x="111194" y="15773"/>
                    <a:pt x="111534" y="15747"/>
                  </a:cubicBezTo>
                  <a:cubicBezTo>
                    <a:pt x="113073" y="15669"/>
                    <a:pt x="114613" y="15538"/>
                    <a:pt x="116152" y="15356"/>
                  </a:cubicBezTo>
                  <a:cubicBezTo>
                    <a:pt x="117118" y="15251"/>
                    <a:pt x="118057" y="15121"/>
                    <a:pt x="119023" y="14990"/>
                  </a:cubicBezTo>
                  <a:cubicBezTo>
                    <a:pt x="119832" y="14860"/>
                    <a:pt x="120641" y="14755"/>
                    <a:pt x="121424" y="14625"/>
                  </a:cubicBezTo>
                  <a:cubicBezTo>
                    <a:pt x="122781" y="14390"/>
                    <a:pt x="123355" y="13920"/>
                    <a:pt x="123564" y="12511"/>
                  </a:cubicBezTo>
                  <a:cubicBezTo>
                    <a:pt x="124138" y="8884"/>
                    <a:pt x="123981" y="5178"/>
                    <a:pt x="123068" y="1629"/>
                  </a:cubicBezTo>
                  <a:cubicBezTo>
                    <a:pt x="122833" y="637"/>
                    <a:pt x="122285" y="246"/>
                    <a:pt x="121267" y="194"/>
                  </a:cubicBezTo>
                  <a:lnTo>
                    <a:pt x="119571" y="194"/>
                  </a:lnTo>
                  <a:cubicBezTo>
                    <a:pt x="118762" y="168"/>
                    <a:pt x="117927" y="168"/>
                    <a:pt x="117118" y="168"/>
                  </a:cubicBezTo>
                  <a:lnTo>
                    <a:pt x="117066" y="168"/>
                  </a:lnTo>
                  <a:cubicBezTo>
                    <a:pt x="115109" y="168"/>
                    <a:pt x="113178" y="194"/>
                    <a:pt x="111220" y="220"/>
                  </a:cubicBezTo>
                  <a:cubicBezTo>
                    <a:pt x="110359" y="246"/>
                    <a:pt x="109498" y="246"/>
                    <a:pt x="108637" y="246"/>
                  </a:cubicBezTo>
                  <a:cubicBezTo>
                    <a:pt x="107776" y="259"/>
                    <a:pt x="106915" y="266"/>
                    <a:pt x="106053" y="266"/>
                  </a:cubicBezTo>
                  <a:cubicBezTo>
                    <a:pt x="105192" y="266"/>
                    <a:pt x="104331" y="259"/>
                    <a:pt x="103470" y="246"/>
                  </a:cubicBezTo>
                  <a:cubicBezTo>
                    <a:pt x="102844" y="220"/>
                    <a:pt x="102191" y="220"/>
                    <a:pt x="101539" y="220"/>
                  </a:cubicBezTo>
                  <a:cubicBezTo>
                    <a:pt x="100652" y="194"/>
                    <a:pt x="99790" y="194"/>
                    <a:pt x="98929" y="194"/>
                  </a:cubicBezTo>
                  <a:cubicBezTo>
                    <a:pt x="95719" y="142"/>
                    <a:pt x="92510" y="142"/>
                    <a:pt x="89274" y="116"/>
                  </a:cubicBezTo>
                  <a:lnTo>
                    <a:pt x="76539" y="116"/>
                  </a:lnTo>
                  <a:cubicBezTo>
                    <a:pt x="75652" y="116"/>
                    <a:pt x="74765" y="142"/>
                    <a:pt x="73903" y="142"/>
                  </a:cubicBezTo>
                  <a:cubicBezTo>
                    <a:pt x="70433" y="194"/>
                    <a:pt x="67145" y="220"/>
                    <a:pt x="64274" y="246"/>
                  </a:cubicBezTo>
                  <a:lnTo>
                    <a:pt x="61664" y="246"/>
                  </a:lnTo>
                  <a:cubicBezTo>
                    <a:pt x="57333" y="168"/>
                    <a:pt x="53496" y="116"/>
                    <a:pt x="49817" y="63"/>
                  </a:cubicBezTo>
                  <a:cubicBezTo>
                    <a:pt x="48930" y="63"/>
                    <a:pt x="48069" y="63"/>
                    <a:pt x="47181" y="37"/>
                  </a:cubicBezTo>
                  <a:lnTo>
                    <a:pt x="45981" y="37"/>
                  </a:lnTo>
                  <a:cubicBezTo>
                    <a:pt x="44173" y="19"/>
                    <a:pt x="42377" y="0"/>
                    <a:pt x="40577" y="0"/>
                  </a:cubicBezTo>
                  <a:close/>
                </a:path>
              </a:pathLst>
            </a:custGeom>
            <a:solidFill>
              <a:srgbClr val="FFB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57"/>
            <p:cNvSpPr/>
            <p:nvPr/>
          </p:nvSpPr>
          <p:spPr>
            <a:xfrm>
              <a:off x="2753383" y="4892921"/>
              <a:ext cx="73085" cy="330699"/>
            </a:xfrm>
            <a:custGeom>
              <a:rect b="b" l="l" r="r" t="t"/>
              <a:pathLst>
                <a:path extrusionOk="0" h="16181" w="3576">
                  <a:moveTo>
                    <a:pt x="966" y="1"/>
                  </a:moveTo>
                  <a:cubicBezTo>
                    <a:pt x="966" y="131"/>
                    <a:pt x="966" y="288"/>
                    <a:pt x="940" y="444"/>
                  </a:cubicBezTo>
                  <a:cubicBezTo>
                    <a:pt x="784" y="2924"/>
                    <a:pt x="653" y="5403"/>
                    <a:pt x="497" y="7856"/>
                  </a:cubicBezTo>
                  <a:cubicBezTo>
                    <a:pt x="314" y="10622"/>
                    <a:pt x="157" y="13388"/>
                    <a:pt x="1" y="16180"/>
                  </a:cubicBezTo>
                  <a:cubicBezTo>
                    <a:pt x="966" y="16128"/>
                    <a:pt x="1932" y="16102"/>
                    <a:pt x="2897" y="16050"/>
                  </a:cubicBezTo>
                  <a:cubicBezTo>
                    <a:pt x="3080" y="11848"/>
                    <a:pt x="3263" y="7647"/>
                    <a:pt x="3445" y="3445"/>
                  </a:cubicBezTo>
                  <a:cubicBezTo>
                    <a:pt x="3498" y="2297"/>
                    <a:pt x="3576" y="1175"/>
                    <a:pt x="3576" y="27"/>
                  </a:cubicBezTo>
                  <a:cubicBezTo>
                    <a:pt x="2689" y="1"/>
                    <a:pt x="1827" y="1"/>
                    <a:pt x="9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57"/>
            <p:cNvSpPr/>
            <p:nvPr/>
          </p:nvSpPr>
          <p:spPr>
            <a:xfrm>
              <a:off x="2950728" y="4893453"/>
              <a:ext cx="73616" cy="321094"/>
            </a:xfrm>
            <a:custGeom>
              <a:rect b="b" l="l" r="r" t="t"/>
              <a:pathLst>
                <a:path extrusionOk="0" h="15711" w="3602">
                  <a:moveTo>
                    <a:pt x="3601" y="1"/>
                  </a:moveTo>
                  <a:cubicBezTo>
                    <a:pt x="2740" y="27"/>
                    <a:pt x="1879" y="27"/>
                    <a:pt x="1018" y="27"/>
                  </a:cubicBezTo>
                  <a:cubicBezTo>
                    <a:pt x="966" y="366"/>
                    <a:pt x="966" y="706"/>
                    <a:pt x="940" y="1019"/>
                  </a:cubicBezTo>
                  <a:cubicBezTo>
                    <a:pt x="705" y="4646"/>
                    <a:pt x="470" y="8273"/>
                    <a:pt x="235" y="11901"/>
                  </a:cubicBezTo>
                  <a:cubicBezTo>
                    <a:pt x="157" y="13153"/>
                    <a:pt x="78" y="14432"/>
                    <a:pt x="0" y="15711"/>
                  </a:cubicBezTo>
                  <a:cubicBezTo>
                    <a:pt x="966" y="15685"/>
                    <a:pt x="1957" y="15632"/>
                    <a:pt x="2923" y="15580"/>
                  </a:cubicBezTo>
                  <a:cubicBezTo>
                    <a:pt x="3132" y="10752"/>
                    <a:pt x="3366" y="5951"/>
                    <a:pt x="3575" y="1149"/>
                  </a:cubicBezTo>
                  <a:cubicBezTo>
                    <a:pt x="3575" y="758"/>
                    <a:pt x="3601" y="366"/>
                    <a:pt x="3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57"/>
            <p:cNvSpPr/>
            <p:nvPr/>
          </p:nvSpPr>
          <p:spPr>
            <a:xfrm>
              <a:off x="2515511" y="4891327"/>
              <a:ext cx="61905" cy="340284"/>
            </a:xfrm>
            <a:custGeom>
              <a:rect b="b" l="l" r="r" t="t"/>
              <a:pathLst>
                <a:path extrusionOk="0" h="16650" w="3029">
                  <a:moveTo>
                    <a:pt x="366" y="1"/>
                  </a:moveTo>
                  <a:cubicBezTo>
                    <a:pt x="288" y="5350"/>
                    <a:pt x="184" y="10700"/>
                    <a:pt x="27" y="16023"/>
                  </a:cubicBezTo>
                  <a:cubicBezTo>
                    <a:pt x="1" y="16232"/>
                    <a:pt x="1" y="16441"/>
                    <a:pt x="1" y="16650"/>
                  </a:cubicBezTo>
                  <a:cubicBezTo>
                    <a:pt x="940" y="16624"/>
                    <a:pt x="1906" y="16598"/>
                    <a:pt x="2872" y="16571"/>
                  </a:cubicBezTo>
                  <a:cubicBezTo>
                    <a:pt x="2976" y="11483"/>
                    <a:pt x="3028" y="6394"/>
                    <a:pt x="3002" y="1279"/>
                  </a:cubicBezTo>
                  <a:cubicBezTo>
                    <a:pt x="2976" y="862"/>
                    <a:pt x="2976" y="444"/>
                    <a:pt x="29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57"/>
            <p:cNvSpPr/>
            <p:nvPr/>
          </p:nvSpPr>
          <p:spPr>
            <a:xfrm>
              <a:off x="3125121" y="4892390"/>
              <a:ext cx="70959" cy="310425"/>
            </a:xfrm>
            <a:custGeom>
              <a:rect b="b" l="l" r="r" t="t"/>
              <a:pathLst>
                <a:path extrusionOk="0" h="15189" w="3472">
                  <a:moveTo>
                    <a:pt x="914" y="1"/>
                  </a:moveTo>
                  <a:cubicBezTo>
                    <a:pt x="888" y="183"/>
                    <a:pt x="888" y="392"/>
                    <a:pt x="888" y="575"/>
                  </a:cubicBezTo>
                  <a:cubicBezTo>
                    <a:pt x="575" y="5455"/>
                    <a:pt x="288" y="10335"/>
                    <a:pt x="0" y="15189"/>
                  </a:cubicBezTo>
                  <a:cubicBezTo>
                    <a:pt x="966" y="15084"/>
                    <a:pt x="1905" y="14954"/>
                    <a:pt x="2871" y="14823"/>
                  </a:cubicBezTo>
                  <a:cubicBezTo>
                    <a:pt x="3080" y="10152"/>
                    <a:pt x="3289" y="5481"/>
                    <a:pt x="3471" y="1097"/>
                  </a:cubicBezTo>
                  <a:cubicBezTo>
                    <a:pt x="3445" y="575"/>
                    <a:pt x="3445" y="288"/>
                    <a:pt x="3445" y="27"/>
                  </a:cubicBezTo>
                  <a:cubicBezTo>
                    <a:pt x="2610" y="1"/>
                    <a:pt x="1775" y="1"/>
                    <a:pt x="9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57"/>
            <p:cNvSpPr/>
            <p:nvPr/>
          </p:nvSpPr>
          <p:spPr>
            <a:xfrm>
              <a:off x="926721" y="4898787"/>
              <a:ext cx="59759" cy="326428"/>
            </a:xfrm>
            <a:custGeom>
              <a:rect b="b" l="l" r="r" t="t"/>
              <a:pathLst>
                <a:path extrusionOk="0" h="15972" w="2924">
                  <a:moveTo>
                    <a:pt x="2923" y="1"/>
                  </a:moveTo>
                  <a:cubicBezTo>
                    <a:pt x="2036" y="1"/>
                    <a:pt x="1149" y="27"/>
                    <a:pt x="288" y="53"/>
                  </a:cubicBezTo>
                  <a:cubicBezTo>
                    <a:pt x="235" y="3498"/>
                    <a:pt x="131" y="6916"/>
                    <a:pt x="53" y="10335"/>
                  </a:cubicBezTo>
                  <a:cubicBezTo>
                    <a:pt x="27" y="12188"/>
                    <a:pt x="1" y="14040"/>
                    <a:pt x="1" y="15893"/>
                  </a:cubicBezTo>
                  <a:cubicBezTo>
                    <a:pt x="888" y="15945"/>
                    <a:pt x="1801" y="15972"/>
                    <a:pt x="2715" y="15972"/>
                  </a:cubicBezTo>
                  <a:lnTo>
                    <a:pt x="2871" y="15972"/>
                  </a:lnTo>
                  <a:cubicBezTo>
                    <a:pt x="2897" y="10648"/>
                    <a:pt x="2897" y="5324"/>
                    <a:pt x="29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7"/>
            <p:cNvSpPr/>
            <p:nvPr/>
          </p:nvSpPr>
          <p:spPr>
            <a:xfrm>
              <a:off x="1207246" y="4892390"/>
              <a:ext cx="70959" cy="338159"/>
            </a:xfrm>
            <a:custGeom>
              <a:rect b="b" l="l" r="r" t="t"/>
              <a:pathLst>
                <a:path extrusionOk="0" h="16546" w="3472">
                  <a:moveTo>
                    <a:pt x="3472" y="1"/>
                  </a:moveTo>
                  <a:cubicBezTo>
                    <a:pt x="3054" y="1"/>
                    <a:pt x="2637" y="1"/>
                    <a:pt x="2219" y="27"/>
                  </a:cubicBezTo>
                  <a:lnTo>
                    <a:pt x="810" y="53"/>
                  </a:lnTo>
                  <a:cubicBezTo>
                    <a:pt x="706" y="1697"/>
                    <a:pt x="627" y="3315"/>
                    <a:pt x="549" y="4959"/>
                  </a:cubicBezTo>
                  <a:cubicBezTo>
                    <a:pt x="366" y="8873"/>
                    <a:pt x="184" y="12762"/>
                    <a:pt x="1" y="16441"/>
                  </a:cubicBezTo>
                  <a:cubicBezTo>
                    <a:pt x="967" y="16467"/>
                    <a:pt x="1932" y="16493"/>
                    <a:pt x="2898" y="16546"/>
                  </a:cubicBezTo>
                  <a:cubicBezTo>
                    <a:pt x="3080" y="11013"/>
                    <a:pt x="3289" y="5507"/>
                    <a:pt x="3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57"/>
            <p:cNvSpPr/>
            <p:nvPr/>
          </p:nvSpPr>
          <p:spPr>
            <a:xfrm>
              <a:off x="1457932" y="4889202"/>
              <a:ext cx="76804" cy="350953"/>
            </a:xfrm>
            <a:custGeom>
              <a:rect b="b" l="l" r="r" t="t"/>
              <a:pathLst>
                <a:path extrusionOk="0" h="17172" w="3758">
                  <a:moveTo>
                    <a:pt x="3758" y="0"/>
                  </a:moveTo>
                  <a:cubicBezTo>
                    <a:pt x="2871" y="0"/>
                    <a:pt x="1983" y="0"/>
                    <a:pt x="1096" y="26"/>
                  </a:cubicBezTo>
                  <a:cubicBezTo>
                    <a:pt x="939" y="2427"/>
                    <a:pt x="783" y="4828"/>
                    <a:pt x="626" y="7255"/>
                  </a:cubicBezTo>
                  <a:cubicBezTo>
                    <a:pt x="391" y="10673"/>
                    <a:pt x="183" y="14118"/>
                    <a:pt x="0" y="17067"/>
                  </a:cubicBezTo>
                  <a:cubicBezTo>
                    <a:pt x="966" y="17119"/>
                    <a:pt x="1931" y="17145"/>
                    <a:pt x="2897" y="17171"/>
                  </a:cubicBezTo>
                  <a:cubicBezTo>
                    <a:pt x="3184" y="11456"/>
                    <a:pt x="3471" y="5741"/>
                    <a:pt x="37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57"/>
            <p:cNvSpPr/>
            <p:nvPr/>
          </p:nvSpPr>
          <p:spPr>
            <a:xfrm>
              <a:off x="1697930" y="4889733"/>
              <a:ext cx="71470" cy="354141"/>
            </a:xfrm>
            <a:custGeom>
              <a:rect b="b" l="l" r="r" t="t"/>
              <a:pathLst>
                <a:path extrusionOk="0" h="17328" w="3497">
                  <a:moveTo>
                    <a:pt x="861" y="0"/>
                  </a:moveTo>
                  <a:cubicBezTo>
                    <a:pt x="574" y="5767"/>
                    <a:pt x="287" y="11535"/>
                    <a:pt x="0" y="17302"/>
                  </a:cubicBezTo>
                  <a:cubicBezTo>
                    <a:pt x="966" y="17328"/>
                    <a:pt x="1931" y="17328"/>
                    <a:pt x="2897" y="17328"/>
                  </a:cubicBezTo>
                  <a:cubicBezTo>
                    <a:pt x="2975" y="15527"/>
                    <a:pt x="3001" y="13727"/>
                    <a:pt x="3079" y="11952"/>
                  </a:cubicBezTo>
                  <a:cubicBezTo>
                    <a:pt x="3210" y="7881"/>
                    <a:pt x="3366" y="3810"/>
                    <a:pt x="3497" y="26"/>
                  </a:cubicBezTo>
                  <a:cubicBezTo>
                    <a:pt x="2610" y="26"/>
                    <a:pt x="1749" y="26"/>
                    <a:pt x="8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57"/>
            <p:cNvSpPr/>
            <p:nvPr/>
          </p:nvSpPr>
          <p:spPr>
            <a:xfrm>
              <a:off x="2242446" y="4891327"/>
              <a:ext cx="73105" cy="347213"/>
            </a:xfrm>
            <a:custGeom>
              <a:rect b="b" l="l" r="r" t="t"/>
              <a:pathLst>
                <a:path extrusionOk="0" h="16989" w="3577">
                  <a:moveTo>
                    <a:pt x="3576" y="1"/>
                  </a:moveTo>
                  <a:cubicBezTo>
                    <a:pt x="2689" y="1"/>
                    <a:pt x="1802" y="27"/>
                    <a:pt x="940" y="27"/>
                  </a:cubicBezTo>
                  <a:cubicBezTo>
                    <a:pt x="627" y="5585"/>
                    <a:pt x="314" y="11117"/>
                    <a:pt x="1" y="16676"/>
                  </a:cubicBezTo>
                  <a:cubicBezTo>
                    <a:pt x="1" y="16780"/>
                    <a:pt x="1" y="16885"/>
                    <a:pt x="1" y="16989"/>
                  </a:cubicBezTo>
                  <a:cubicBezTo>
                    <a:pt x="940" y="16989"/>
                    <a:pt x="1906" y="16963"/>
                    <a:pt x="2871" y="16937"/>
                  </a:cubicBezTo>
                  <a:cubicBezTo>
                    <a:pt x="2950" y="14640"/>
                    <a:pt x="3080" y="12370"/>
                    <a:pt x="3185" y="10100"/>
                  </a:cubicBezTo>
                  <a:cubicBezTo>
                    <a:pt x="3315" y="6733"/>
                    <a:pt x="3446" y="3393"/>
                    <a:pt x="35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57"/>
            <p:cNvSpPr/>
            <p:nvPr/>
          </p:nvSpPr>
          <p:spPr>
            <a:xfrm>
              <a:off x="2004594" y="4894004"/>
              <a:ext cx="61353" cy="348275"/>
            </a:xfrm>
            <a:custGeom>
              <a:rect b="b" l="l" r="r" t="t"/>
              <a:pathLst>
                <a:path extrusionOk="0" h="17041" w="3002">
                  <a:moveTo>
                    <a:pt x="339" y="0"/>
                  </a:moveTo>
                  <a:cubicBezTo>
                    <a:pt x="339" y="5350"/>
                    <a:pt x="131" y="10673"/>
                    <a:pt x="26" y="16023"/>
                  </a:cubicBezTo>
                  <a:cubicBezTo>
                    <a:pt x="0" y="16362"/>
                    <a:pt x="0" y="16701"/>
                    <a:pt x="0" y="17041"/>
                  </a:cubicBezTo>
                  <a:cubicBezTo>
                    <a:pt x="966" y="17041"/>
                    <a:pt x="1905" y="17015"/>
                    <a:pt x="2871" y="17015"/>
                  </a:cubicBezTo>
                  <a:cubicBezTo>
                    <a:pt x="2923" y="11743"/>
                    <a:pt x="2975" y="6472"/>
                    <a:pt x="3001" y="1200"/>
                  </a:cubicBezTo>
                  <a:lnTo>
                    <a:pt x="2975" y="1200"/>
                  </a:lnTo>
                  <a:cubicBezTo>
                    <a:pt x="2975" y="809"/>
                    <a:pt x="2949" y="418"/>
                    <a:pt x="29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57"/>
            <p:cNvSpPr/>
            <p:nvPr/>
          </p:nvSpPr>
          <p:spPr>
            <a:xfrm>
              <a:off x="38200" y="961891"/>
              <a:ext cx="3968002" cy="3814128"/>
            </a:xfrm>
            <a:custGeom>
              <a:rect b="b" l="l" r="r" t="t"/>
              <a:pathLst>
                <a:path extrusionOk="0" h="186624" w="194153">
                  <a:moveTo>
                    <a:pt x="91829" y="1"/>
                  </a:moveTo>
                  <a:cubicBezTo>
                    <a:pt x="87007" y="1"/>
                    <a:pt x="82206" y="374"/>
                    <a:pt x="77426" y="1140"/>
                  </a:cubicBezTo>
                  <a:cubicBezTo>
                    <a:pt x="73434" y="1767"/>
                    <a:pt x="69571" y="2915"/>
                    <a:pt x="65657" y="3932"/>
                  </a:cubicBezTo>
                  <a:cubicBezTo>
                    <a:pt x="55401" y="6646"/>
                    <a:pt x="45850" y="10874"/>
                    <a:pt x="37526" y="17581"/>
                  </a:cubicBezTo>
                  <a:cubicBezTo>
                    <a:pt x="30793" y="22930"/>
                    <a:pt x="24713" y="29037"/>
                    <a:pt x="19389" y="35769"/>
                  </a:cubicBezTo>
                  <a:cubicBezTo>
                    <a:pt x="9107" y="48948"/>
                    <a:pt x="3653" y="64110"/>
                    <a:pt x="1487" y="80550"/>
                  </a:cubicBezTo>
                  <a:cubicBezTo>
                    <a:pt x="1227" y="82533"/>
                    <a:pt x="1227" y="84569"/>
                    <a:pt x="913" y="86552"/>
                  </a:cubicBezTo>
                  <a:cubicBezTo>
                    <a:pt x="365" y="90466"/>
                    <a:pt x="52" y="94407"/>
                    <a:pt x="0" y="98374"/>
                  </a:cubicBezTo>
                  <a:cubicBezTo>
                    <a:pt x="0" y="101114"/>
                    <a:pt x="130" y="103828"/>
                    <a:pt x="444" y="106542"/>
                  </a:cubicBezTo>
                  <a:cubicBezTo>
                    <a:pt x="1174" y="113587"/>
                    <a:pt x="3001" y="120477"/>
                    <a:pt x="5898" y="126922"/>
                  </a:cubicBezTo>
                  <a:cubicBezTo>
                    <a:pt x="10334" y="136708"/>
                    <a:pt x="16179" y="145790"/>
                    <a:pt x="23304" y="153827"/>
                  </a:cubicBezTo>
                  <a:cubicBezTo>
                    <a:pt x="28731" y="160038"/>
                    <a:pt x="34734" y="165597"/>
                    <a:pt x="41623" y="170111"/>
                  </a:cubicBezTo>
                  <a:cubicBezTo>
                    <a:pt x="52165" y="177027"/>
                    <a:pt x="63595" y="181880"/>
                    <a:pt x="75991" y="184359"/>
                  </a:cubicBezTo>
                  <a:cubicBezTo>
                    <a:pt x="80401" y="185273"/>
                    <a:pt x="84864" y="185951"/>
                    <a:pt x="89326" y="186343"/>
                  </a:cubicBezTo>
                  <a:cubicBezTo>
                    <a:pt x="91873" y="186532"/>
                    <a:pt x="94428" y="186624"/>
                    <a:pt x="96982" y="186624"/>
                  </a:cubicBezTo>
                  <a:cubicBezTo>
                    <a:pt x="99347" y="186624"/>
                    <a:pt x="101712" y="186545"/>
                    <a:pt x="104070" y="186395"/>
                  </a:cubicBezTo>
                  <a:cubicBezTo>
                    <a:pt x="108898" y="186108"/>
                    <a:pt x="113725" y="185821"/>
                    <a:pt x="118475" y="184855"/>
                  </a:cubicBezTo>
                  <a:cubicBezTo>
                    <a:pt x="128548" y="182820"/>
                    <a:pt x="138256" y="179741"/>
                    <a:pt x="147232" y="174704"/>
                  </a:cubicBezTo>
                  <a:cubicBezTo>
                    <a:pt x="155479" y="170007"/>
                    <a:pt x="162890" y="163979"/>
                    <a:pt x="169127" y="156828"/>
                  </a:cubicBezTo>
                  <a:cubicBezTo>
                    <a:pt x="176303" y="148739"/>
                    <a:pt x="181757" y="139527"/>
                    <a:pt x="186193" y="129715"/>
                  </a:cubicBezTo>
                  <a:cubicBezTo>
                    <a:pt x="189482" y="122460"/>
                    <a:pt x="192169" y="114997"/>
                    <a:pt x="193161" y="107011"/>
                  </a:cubicBezTo>
                  <a:cubicBezTo>
                    <a:pt x="193683" y="102810"/>
                    <a:pt x="194153" y="98582"/>
                    <a:pt x="193474" y="94329"/>
                  </a:cubicBezTo>
                  <a:cubicBezTo>
                    <a:pt x="193422" y="93885"/>
                    <a:pt x="193396" y="93415"/>
                    <a:pt x="193422" y="92946"/>
                  </a:cubicBezTo>
                  <a:cubicBezTo>
                    <a:pt x="193422" y="89553"/>
                    <a:pt x="193083" y="86135"/>
                    <a:pt x="192404" y="82794"/>
                  </a:cubicBezTo>
                  <a:cubicBezTo>
                    <a:pt x="190212" y="71573"/>
                    <a:pt x="186663" y="60665"/>
                    <a:pt x="181835" y="50279"/>
                  </a:cubicBezTo>
                  <a:cubicBezTo>
                    <a:pt x="174633" y="34882"/>
                    <a:pt x="162603" y="22252"/>
                    <a:pt x="147546" y="14345"/>
                  </a:cubicBezTo>
                  <a:cubicBezTo>
                    <a:pt x="139926" y="10404"/>
                    <a:pt x="132175" y="6751"/>
                    <a:pt x="123877" y="4402"/>
                  </a:cubicBezTo>
                  <a:cubicBezTo>
                    <a:pt x="114039" y="1636"/>
                    <a:pt x="103861" y="149"/>
                    <a:pt x="93632" y="18"/>
                  </a:cubicBezTo>
                  <a:cubicBezTo>
                    <a:pt x="93030" y="7"/>
                    <a:pt x="92430" y="1"/>
                    <a:pt x="91829" y="1"/>
                  </a:cubicBezTo>
                  <a:close/>
                </a:path>
              </a:pathLst>
            </a:custGeom>
            <a:solidFill>
              <a:srgbClr val="000000">
                <a:alpha val="2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57"/>
            <p:cNvSpPr/>
            <p:nvPr/>
          </p:nvSpPr>
          <p:spPr>
            <a:xfrm>
              <a:off x="1378451" y="1528398"/>
              <a:ext cx="1401093" cy="2682994"/>
            </a:xfrm>
            <a:custGeom>
              <a:rect b="b" l="l" r="r" t="t"/>
              <a:pathLst>
                <a:path extrusionOk="0" h="131278" w="68555">
                  <a:moveTo>
                    <a:pt x="34469" y="0"/>
                  </a:moveTo>
                  <a:cubicBezTo>
                    <a:pt x="33844" y="0"/>
                    <a:pt x="33217" y="39"/>
                    <a:pt x="32594" y="117"/>
                  </a:cubicBezTo>
                  <a:cubicBezTo>
                    <a:pt x="26149" y="874"/>
                    <a:pt x="21999" y="4006"/>
                    <a:pt x="20042" y="10321"/>
                  </a:cubicBezTo>
                  <a:cubicBezTo>
                    <a:pt x="18477" y="15410"/>
                    <a:pt x="19651" y="21203"/>
                    <a:pt x="24583" y="24700"/>
                  </a:cubicBezTo>
                  <a:cubicBezTo>
                    <a:pt x="25183" y="25143"/>
                    <a:pt x="25757" y="25639"/>
                    <a:pt x="26436" y="26161"/>
                  </a:cubicBezTo>
                  <a:cubicBezTo>
                    <a:pt x="18242" y="30128"/>
                    <a:pt x="13466" y="36365"/>
                    <a:pt x="12866" y="45341"/>
                  </a:cubicBezTo>
                  <a:cubicBezTo>
                    <a:pt x="12266" y="54318"/>
                    <a:pt x="16232" y="61130"/>
                    <a:pt x="23826" y="66218"/>
                  </a:cubicBezTo>
                  <a:cubicBezTo>
                    <a:pt x="15867" y="69037"/>
                    <a:pt x="9708" y="73890"/>
                    <a:pt x="5533" y="81093"/>
                  </a:cubicBezTo>
                  <a:cubicBezTo>
                    <a:pt x="1332" y="88269"/>
                    <a:pt x="1" y="96020"/>
                    <a:pt x="1566" y="104188"/>
                  </a:cubicBezTo>
                  <a:cubicBezTo>
                    <a:pt x="4280" y="118436"/>
                    <a:pt x="15919" y="129292"/>
                    <a:pt x="30350" y="131040"/>
                  </a:cubicBezTo>
                  <a:cubicBezTo>
                    <a:pt x="31679" y="131199"/>
                    <a:pt x="33003" y="131277"/>
                    <a:pt x="34318" y="131277"/>
                  </a:cubicBezTo>
                  <a:cubicBezTo>
                    <a:pt x="47250" y="131277"/>
                    <a:pt x="59194" y="123742"/>
                    <a:pt x="64666" y="111756"/>
                  </a:cubicBezTo>
                  <a:cubicBezTo>
                    <a:pt x="67667" y="105153"/>
                    <a:pt x="68554" y="98264"/>
                    <a:pt x="66989" y="91192"/>
                  </a:cubicBezTo>
                  <a:cubicBezTo>
                    <a:pt x="64379" y="79266"/>
                    <a:pt x="57124" y="71176"/>
                    <a:pt x="45903" y="66505"/>
                  </a:cubicBezTo>
                  <a:cubicBezTo>
                    <a:pt x="53915" y="61364"/>
                    <a:pt x="58142" y="54292"/>
                    <a:pt x="57281" y="44846"/>
                  </a:cubicBezTo>
                  <a:cubicBezTo>
                    <a:pt x="56446" y="35321"/>
                    <a:pt x="50992" y="29084"/>
                    <a:pt x="42224" y="25535"/>
                  </a:cubicBezTo>
                  <a:cubicBezTo>
                    <a:pt x="43059" y="24830"/>
                    <a:pt x="43868" y="24073"/>
                    <a:pt x="44651" y="23290"/>
                  </a:cubicBezTo>
                  <a:cubicBezTo>
                    <a:pt x="51879" y="15305"/>
                    <a:pt x="47913" y="4397"/>
                    <a:pt x="40006" y="1083"/>
                  </a:cubicBezTo>
                  <a:cubicBezTo>
                    <a:pt x="38241" y="357"/>
                    <a:pt x="36359" y="0"/>
                    <a:pt x="344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57"/>
            <p:cNvSpPr/>
            <p:nvPr/>
          </p:nvSpPr>
          <p:spPr>
            <a:xfrm>
              <a:off x="288314" y="1647773"/>
              <a:ext cx="539754" cy="1439842"/>
            </a:xfrm>
            <a:custGeom>
              <a:rect b="b" l="l" r="r" t="t"/>
              <a:pathLst>
                <a:path extrusionOk="0" h="70451" w="26410">
                  <a:moveTo>
                    <a:pt x="25867" y="1"/>
                  </a:moveTo>
                  <a:cubicBezTo>
                    <a:pt x="25711" y="1"/>
                    <a:pt x="25559" y="112"/>
                    <a:pt x="25418" y="200"/>
                  </a:cubicBezTo>
                  <a:cubicBezTo>
                    <a:pt x="24453" y="879"/>
                    <a:pt x="23487" y="1531"/>
                    <a:pt x="22574" y="2288"/>
                  </a:cubicBezTo>
                  <a:cubicBezTo>
                    <a:pt x="7856" y="14396"/>
                    <a:pt x="471" y="30028"/>
                    <a:pt x="1" y="48999"/>
                  </a:cubicBezTo>
                  <a:cubicBezTo>
                    <a:pt x="27" y="50904"/>
                    <a:pt x="131" y="52809"/>
                    <a:pt x="288" y="54688"/>
                  </a:cubicBezTo>
                  <a:cubicBezTo>
                    <a:pt x="653" y="59647"/>
                    <a:pt x="1775" y="64500"/>
                    <a:pt x="3576" y="69119"/>
                  </a:cubicBezTo>
                  <a:cubicBezTo>
                    <a:pt x="3782" y="69659"/>
                    <a:pt x="3835" y="70451"/>
                    <a:pt x="4509" y="70451"/>
                  </a:cubicBezTo>
                  <a:cubicBezTo>
                    <a:pt x="4520" y="70451"/>
                    <a:pt x="4530" y="70451"/>
                    <a:pt x="4542" y="70450"/>
                  </a:cubicBezTo>
                  <a:cubicBezTo>
                    <a:pt x="5377" y="70424"/>
                    <a:pt x="5272" y="69511"/>
                    <a:pt x="5351" y="68963"/>
                  </a:cubicBezTo>
                  <a:cubicBezTo>
                    <a:pt x="5820" y="65831"/>
                    <a:pt x="6238" y="62726"/>
                    <a:pt x="6655" y="59594"/>
                  </a:cubicBezTo>
                  <a:cubicBezTo>
                    <a:pt x="7308" y="54714"/>
                    <a:pt x="7804" y="49834"/>
                    <a:pt x="8900" y="45033"/>
                  </a:cubicBezTo>
                  <a:cubicBezTo>
                    <a:pt x="9865" y="40857"/>
                    <a:pt x="11092" y="36760"/>
                    <a:pt x="12344" y="32663"/>
                  </a:cubicBezTo>
                  <a:cubicBezTo>
                    <a:pt x="15345" y="22643"/>
                    <a:pt x="19129" y="12987"/>
                    <a:pt x="24505" y="3984"/>
                  </a:cubicBezTo>
                  <a:cubicBezTo>
                    <a:pt x="25105" y="2966"/>
                    <a:pt x="25627" y="1896"/>
                    <a:pt x="26175" y="879"/>
                  </a:cubicBezTo>
                  <a:cubicBezTo>
                    <a:pt x="26332" y="592"/>
                    <a:pt x="26410" y="304"/>
                    <a:pt x="26097" y="96"/>
                  </a:cubicBezTo>
                  <a:cubicBezTo>
                    <a:pt x="26020" y="27"/>
                    <a:pt x="25943" y="1"/>
                    <a:pt x="258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57"/>
            <p:cNvSpPr/>
            <p:nvPr/>
          </p:nvSpPr>
          <p:spPr>
            <a:xfrm>
              <a:off x="908061" y="1155066"/>
              <a:ext cx="994141" cy="408382"/>
            </a:xfrm>
            <a:custGeom>
              <a:rect b="b" l="l" r="r" t="t"/>
              <a:pathLst>
                <a:path extrusionOk="0" h="19982" w="48643">
                  <a:moveTo>
                    <a:pt x="39071" y="1"/>
                  </a:moveTo>
                  <a:cubicBezTo>
                    <a:pt x="36858" y="1"/>
                    <a:pt x="34645" y="155"/>
                    <a:pt x="32437" y="509"/>
                  </a:cubicBezTo>
                  <a:cubicBezTo>
                    <a:pt x="23199" y="1970"/>
                    <a:pt x="14744" y="5310"/>
                    <a:pt x="7411" y="11286"/>
                  </a:cubicBezTo>
                  <a:cubicBezTo>
                    <a:pt x="4802" y="13452"/>
                    <a:pt x="2453" y="15957"/>
                    <a:pt x="418" y="18671"/>
                  </a:cubicBezTo>
                  <a:cubicBezTo>
                    <a:pt x="339" y="18776"/>
                    <a:pt x="261" y="18880"/>
                    <a:pt x="209" y="18985"/>
                  </a:cubicBezTo>
                  <a:cubicBezTo>
                    <a:pt x="26" y="19193"/>
                    <a:pt x="0" y="19454"/>
                    <a:pt x="105" y="19689"/>
                  </a:cubicBezTo>
                  <a:cubicBezTo>
                    <a:pt x="228" y="19919"/>
                    <a:pt x="412" y="19981"/>
                    <a:pt x="607" y="19981"/>
                  </a:cubicBezTo>
                  <a:cubicBezTo>
                    <a:pt x="699" y="19981"/>
                    <a:pt x="795" y="19967"/>
                    <a:pt x="887" y="19950"/>
                  </a:cubicBezTo>
                  <a:cubicBezTo>
                    <a:pt x="1540" y="19767"/>
                    <a:pt x="2166" y="19506"/>
                    <a:pt x="2740" y="19167"/>
                  </a:cubicBezTo>
                  <a:cubicBezTo>
                    <a:pt x="8873" y="16114"/>
                    <a:pt x="15031" y="13139"/>
                    <a:pt x="21373" y="10582"/>
                  </a:cubicBezTo>
                  <a:cubicBezTo>
                    <a:pt x="29697" y="7320"/>
                    <a:pt x="38204" y="4527"/>
                    <a:pt x="46842" y="2257"/>
                  </a:cubicBezTo>
                  <a:cubicBezTo>
                    <a:pt x="47338" y="2127"/>
                    <a:pt x="47808" y="1970"/>
                    <a:pt x="48277" y="1813"/>
                  </a:cubicBezTo>
                  <a:cubicBezTo>
                    <a:pt x="48486" y="1735"/>
                    <a:pt x="48643" y="1552"/>
                    <a:pt x="48617" y="1318"/>
                  </a:cubicBezTo>
                  <a:cubicBezTo>
                    <a:pt x="48591" y="1083"/>
                    <a:pt x="48382" y="874"/>
                    <a:pt x="48121" y="822"/>
                  </a:cubicBezTo>
                  <a:cubicBezTo>
                    <a:pt x="47625" y="691"/>
                    <a:pt x="47129" y="587"/>
                    <a:pt x="46633" y="535"/>
                  </a:cubicBezTo>
                  <a:cubicBezTo>
                    <a:pt x="44117" y="201"/>
                    <a:pt x="41594" y="1"/>
                    <a:pt x="39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57"/>
            <p:cNvSpPr/>
            <p:nvPr/>
          </p:nvSpPr>
          <p:spPr>
            <a:xfrm>
              <a:off x="615253" y="3991239"/>
              <a:ext cx="2784017" cy="801048"/>
            </a:xfrm>
            <a:custGeom>
              <a:rect b="b" l="l" r="r" t="t"/>
              <a:pathLst>
                <a:path extrusionOk="0" h="39195" w="136221">
                  <a:moveTo>
                    <a:pt x="64108" y="1"/>
                  </a:moveTo>
                  <a:cubicBezTo>
                    <a:pt x="63174" y="1"/>
                    <a:pt x="62239" y="10"/>
                    <a:pt x="61300" y="44"/>
                  </a:cubicBezTo>
                  <a:cubicBezTo>
                    <a:pt x="54619" y="227"/>
                    <a:pt x="47939" y="748"/>
                    <a:pt x="41310" y="1531"/>
                  </a:cubicBezTo>
                  <a:cubicBezTo>
                    <a:pt x="36430" y="2132"/>
                    <a:pt x="31550" y="2810"/>
                    <a:pt x="26749" y="3958"/>
                  </a:cubicBezTo>
                  <a:cubicBezTo>
                    <a:pt x="19103" y="5759"/>
                    <a:pt x="11692" y="8368"/>
                    <a:pt x="4280" y="11004"/>
                  </a:cubicBezTo>
                  <a:cubicBezTo>
                    <a:pt x="3367" y="11317"/>
                    <a:pt x="2480" y="11709"/>
                    <a:pt x="1619" y="12100"/>
                  </a:cubicBezTo>
                  <a:cubicBezTo>
                    <a:pt x="157" y="12753"/>
                    <a:pt x="1" y="13770"/>
                    <a:pt x="1201" y="14788"/>
                  </a:cubicBezTo>
                  <a:cubicBezTo>
                    <a:pt x="2610" y="16067"/>
                    <a:pt x="4098" y="17215"/>
                    <a:pt x="5690" y="18259"/>
                  </a:cubicBezTo>
                  <a:cubicBezTo>
                    <a:pt x="9917" y="20921"/>
                    <a:pt x="14197" y="23530"/>
                    <a:pt x="18581" y="25931"/>
                  </a:cubicBezTo>
                  <a:cubicBezTo>
                    <a:pt x="24244" y="29010"/>
                    <a:pt x="30037" y="31829"/>
                    <a:pt x="36169" y="33812"/>
                  </a:cubicBezTo>
                  <a:cubicBezTo>
                    <a:pt x="47041" y="37369"/>
                    <a:pt x="58401" y="39194"/>
                    <a:pt x="69848" y="39194"/>
                  </a:cubicBezTo>
                  <a:cubicBezTo>
                    <a:pt x="70243" y="39194"/>
                    <a:pt x="70638" y="39192"/>
                    <a:pt x="71033" y="39188"/>
                  </a:cubicBezTo>
                  <a:cubicBezTo>
                    <a:pt x="74295" y="39162"/>
                    <a:pt x="77583" y="38927"/>
                    <a:pt x="80819" y="38457"/>
                  </a:cubicBezTo>
                  <a:cubicBezTo>
                    <a:pt x="85882" y="37648"/>
                    <a:pt x="90918" y="36604"/>
                    <a:pt x="95851" y="35273"/>
                  </a:cubicBezTo>
                  <a:cubicBezTo>
                    <a:pt x="100939" y="33942"/>
                    <a:pt x="106028" y="32664"/>
                    <a:pt x="110934" y="30733"/>
                  </a:cubicBezTo>
                  <a:cubicBezTo>
                    <a:pt x="116571" y="28488"/>
                    <a:pt x="121842" y="25540"/>
                    <a:pt x="127139" y="22565"/>
                  </a:cubicBezTo>
                  <a:cubicBezTo>
                    <a:pt x="129384" y="21338"/>
                    <a:pt x="131497" y="19877"/>
                    <a:pt x="133481" y="18259"/>
                  </a:cubicBezTo>
                  <a:cubicBezTo>
                    <a:pt x="134211" y="17659"/>
                    <a:pt x="134864" y="17006"/>
                    <a:pt x="135438" y="16276"/>
                  </a:cubicBezTo>
                  <a:cubicBezTo>
                    <a:pt x="136221" y="15258"/>
                    <a:pt x="136090" y="14710"/>
                    <a:pt x="134942" y="14110"/>
                  </a:cubicBezTo>
                  <a:cubicBezTo>
                    <a:pt x="132515" y="12857"/>
                    <a:pt x="130010" y="11761"/>
                    <a:pt x="127426" y="10848"/>
                  </a:cubicBezTo>
                  <a:cubicBezTo>
                    <a:pt x="121503" y="8708"/>
                    <a:pt x="115422" y="7064"/>
                    <a:pt x="109342" y="5367"/>
                  </a:cubicBezTo>
                  <a:cubicBezTo>
                    <a:pt x="101931" y="3280"/>
                    <a:pt x="94389" y="1766"/>
                    <a:pt x="86743" y="827"/>
                  </a:cubicBezTo>
                  <a:cubicBezTo>
                    <a:pt x="81263" y="187"/>
                    <a:pt x="75743" y="8"/>
                    <a:pt x="70218" y="8"/>
                  </a:cubicBezTo>
                  <a:cubicBezTo>
                    <a:pt x="69429" y="8"/>
                    <a:pt x="68639" y="11"/>
                    <a:pt x="67850" y="18"/>
                  </a:cubicBezTo>
                  <a:cubicBezTo>
                    <a:pt x="66597" y="18"/>
                    <a:pt x="65353" y="1"/>
                    <a:pt x="64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57"/>
            <p:cNvSpPr/>
            <p:nvPr/>
          </p:nvSpPr>
          <p:spPr>
            <a:xfrm>
              <a:off x="2503249" y="2006492"/>
              <a:ext cx="505624" cy="448521"/>
            </a:xfrm>
            <a:custGeom>
              <a:rect b="b" l="l" r="r" t="t"/>
              <a:pathLst>
                <a:path extrusionOk="0" h="21946" w="24740">
                  <a:moveTo>
                    <a:pt x="13042" y="1"/>
                  </a:moveTo>
                  <a:cubicBezTo>
                    <a:pt x="12282" y="1"/>
                    <a:pt x="11583" y="491"/>
                    <a:pt x="11405" y="1254"/>
                  </a:cubicBezTo>
                  <a:cubicBezTo>
                    <a:pt x="11352" y="1437"/>
                    <a:pt x="11326" y="1646"/>
                    <a:pt x="11300" y="1855"/>
                  </a:cubicBezTo>
                  <a:cubicBezTo>
                    <a:pt x="10778" y="4621"/>
                    <a:pt x="10256" y="7387"/>
                    <a:pt x="9969" y="10205"/>
                  </a:cubicBezTo>
                  <a:cubicBezTo>
                    <a:pt x="9917" y="10832"/>
                    <a:pt x="9578" y="11406"/>
                    <a:pt x="9056" y="11745"/>
                  </a:cubicBezTo>
                  <a:cubicBezTo>
                    <a:pt x="6316" y="13911"/>
                    <a:pt x="3759" y="16286"/>
                    <a:pt x="1149" y="18608"/>
                  </a:cubicBezTo>
                  <a:cubicBezTo>
                    <a:pt x="914" y="18817"/>
                    <a:pt x="679" y="19052"/>
                    <a:pt x="470" y="19339"/>
                  </a:cubicBezTo>
                  <a:cubicBezTo>
                    <a:pt x="1" y="19913"/>
                    <a:pt x="1" y="20748"/>
                    <a:pt x="470" y="21322"/>
                  </a:cubicBezTo>
                  <a:cubicBezTo>
                    <a:pt x="773" y="21726"/>
                    <a:pt x="1250" y="21945"/>
                    <a:pt x="1732" y="21945"/>
                  </a:cubicBezTo>
                  <a:cubicBezTo>
                    <a:pt x="1998" y="21945"/>
                    <a:pt x="2265" y="21879"/>
                    <a:pt x="2506" y="21740"/>
                  </a:cubicBezTo>
                  <a:cubicBezTo>
                    <a:pt x="2871" y="21531"/>
                    <a:pt x="3211" y="21296"/>
                    <a:pt x="3524" y="21009"/>
                  </a:cubicBezTo>
                  <a:cubicBezTo>
                    <a:pt x="5925" y="19078"/>
                    <a:pt x="8351" y="17199"/>
                    <a:pt x="10674" y="15216"/>
                  </a:cubicBezTo>
                  <a:cubicBezTo>
                    <a:pt x="11181" y="14779"/>
                    <a:pt x="11664" y="14553"/>
                    <a:pt x="12202" y="14553"/>
                  </a:cubicBezTo>
                  <a:cubicBezTo>
                    <a:pt x="12468" y="14553"/>
                    <a:pt x="12747" y="14608"/>
                    <a:pt x="13049" y="14720"/>
                  </a:cubicBezTo>
                  <a:cubicBezTo>
                    <a:pt x="13362" y="14824"/>
                    <a:pt x="13701" y="14877"/>
                    <a:pt x="14040" y="14903"/>
                  </a:cubicBezTo>
                  <a:cubicBezTo>
                    <a:pt x="15684" y="15059"/>
                    <a:pt x="17302" y="15190"/>
                    <a:pt x="18920" y="15372"/>
                  </a:cubicBezTo>
                  <a:cubicBezTo>
                    <a:pt x="20068" y="15503"/>
                    <a:pt x="21164" y="15712"/>
                    <a:pt x="22313" y="15842"/>
                  </a:cubicBezTo>
                  <a:cubicBezTo>
                    <a:pt x="22437" y="15859"/>
                    <a:pt x="22558" y="15867"/>
                    <a:pt x="22675" y="15867"/>
                  </a:cubicBezTo>
                  <a:cubicBezTo>
                    <a:pt x="23667" y="15867"/>
                    <a:pt x="24394" y="15288"/>
                    <a:pt x="24557" y="14355"/>
                  </a:cubicBezTo>
                  <a:cubicBezTo>
                    <a:pt x="24740" y="13363"/>
                    <a:pt x="24165" y="12476"/>
                    <a:pt x="23069" y="12215"/>
                  </a:cubicBezTo>
                  <a:cubicBezTo>
                    <a:pt x="22339" y="12032"/>
                    <a:pt x="21582" y="11928"/>
                    <a:pt x="20825" y="11849"/>
                  </a:cubicBezTo>
                  <a:cubicBezTo>
                    <a:pt x="19233" y="11641"/>
                    <a:pt x="17615" y="11458"/>
                    <a:pt x="15997" y="11275"/>
                  </a:cubicBezTo>
                  <a:cubicBezTo>
                    <a:pt x="16154" y="10779"/>
                    <a:pt x="16519" y="10623"/>
                    <a:pt x="16806" y="10414"/>
                  </a:cubicBezTo>
                  <a:cubicBezTo>
                    <a:pt x="18659" y="8953"/>
                    <a:pt x="20512" y="7517"/>
                    <a:pt x="22365" y="6056"/>
                  </a:cubicBezTo>
                  <a:cubicBezTo>
                    <a:pt x="22730" y="5795"/>
                    <a:pt x="23069" y="5482"/>
                    <a:pt x="23383" y="5143"/>
                  </a:cubicBezTo>
                  <a:cubicBezTo>
                    <a:pt x="24443" y="3884"/>
                    <a:pt x="23428" y="2139"/>
                    <a:pt x="22015" y="2139"/>
                  </a:cubicBezTo>
                  <a:cubicBezTo>
                    <a:pt x="21759" y="2139"/>
                    <a:pt x="21489" y="2196"/>
                    <a:pt x="21217" y="2324"/>
                  </a:cubicBezTo>
                  <a:cubicBezTo>
                    <a:pt x="20930" y="2455"/>
                    <a:pt x="20643" y="2638"/>
                    <a:pt x="20382" y="2872"/>
                  </a:cubicBezTo>
                  <a:cubicBezTo>
                    <a:pt x="18633" y="4229"/>
                    <a:pt x="16885" y="5612"/>
                    <a:pt x="15110" y="6969"/>
                  </a:cubicBezTo>
                  <a:cubicBezTo>
                    <a:pt x="14797" y="7204"/>
                    <a:pt x="14536" y="7570"/>
                    <a:pt x="13936" y="7674"/>
                  </a:cubicBezTo>
                  <a:lnTo>
                    <a:pt x="13936" y="7648"/>
                  </a:lnTo>
                  <a:cubicBezTo>
                    <a:pt x="14040" y="6682"/>
                    <a:pt x="14197" y="5821"/>
                    <a:pt x="14275" y="4934"/>
                  </a:cubicBezTo>
                  <a:cubicBezTo>
                    <a:pt x="14380" y="3812"/>
                    <a:pt x="14719" y="2716"/>
                    <a:pt x="14614" y="1568"/>
                  </a:cubicBezTo>
                  <a:cubicBezTo>
                    <a:pt x="14588" y="733"/>
                    <a:pt x="13936" y="54"/>
                    <a:pt x="13101" y="2"/>
                  </a:cubicBezTo>
                  <a:cubicBezTo>
                    <a:pt x="13081" y="1"/>
                    <a:pt x="13062" y="1"/>
                    <a:pt x="13042" y="1"/>
                  </a:cubicBezTo>
                  <a:close/>
                </a:path>
              </a:pathLst>
            </a:custGeom>
            <a:solidFill>
              <a:srgbClr val="D4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57"/>
            <p:cNvSpPr/>
            <p:nvPr/>
          </p:nvSpPr>
          <p:spPr>
            <a:xfrm>
              <a:off x="1161915" y="1933857"/>
              <a:ext cx="529086" cy="480751"/>
            </a:xfrm>
            <a:custGeom>
              <a:rect b="b" l="l" r="r" t="t"/>
              <a:pathLst>
                <a:path extrusionOk="0" h="23523" w="25888">
                  <a:moveTo>
                    <a:pt x="11456" y="0"/>
                  </a:moveTo>
                  <a:cubicBezTo>
                    <a:pt x="11405" y="0"/>
                    <a:pt x="11353" y="2"/>
                    <a:pt x="11300" y="7"/>
                  </a:cubicBezTo>
                  <a:cubicBezTo>
                    <a:pt x="10413" y="111"/>
                    <a:pt x="9839" y="816"/>
                    <a:pt x="9839" y="1912"/>
                  </a:cubicBezTo>
                  <a:cubicBezTo>
                    <a:pt x="9839" y="2669"/>
                    <a:pt x="9917" y="3425"/>
                    <a:pt x="9996" y="4156"/>
                  </a:cubicBezTo>
                  <a:cubicBezTo>
                    <a:pt x="10125" y="5531"/>
                    <a:pt x="10255" y="6906"/>
                    <a:pt x="10410" y="8281"/>
                  </a:cubicBezTo>
                  <a:lnTo>
                    <a:pt x="10410" y="8281"/>
                  </a:lnTo>
                  <a:lnTo>
                    <a:pt x="10152" y="8436"/>
                  </a:lnTo>
                  <a:cubicBezTo>
                    <a:pt x="9448" y="7940"/>
                    <a:pt x="8743" y="7418"/>
                    <a:pt x="8012" y="6922"/>
                  </a:cubicBezTo>
                  <a:cubicBezTo>
                    <a:pt x="7229" y="6374"/>
                    <a:pt x="6473" y="5774"/>
                    <a:pt x="5638" y="5278"/>
                  </a:cubicBezTo>
                  <a:cubicBezTo>
                    <a:pt x="5392" y="5127"/>
                    <a:pt x="5119" y="5055"/>
                    <a:pt x="4848" y="5055"/>
                  </a:cubicBezTo>
                  <a:cubicBezTo>
                    <a:pt x="4371" y="5055"/>
                    <a:pt x="3902" y="5280"/>
                    <a:pt x="3602" y="5696"/>
                  </a:cubicBezTo>
                  <a:cubicBezTo>
                    <a:pt x="3080" y="6348"/>
                    <a:pt x="3132" y="7288"/>
                    <a:pt x="3733" y="7862"/>
                  </a:cubicBezTo>
                  <a:cubicBezTo>
                    <a:pt x="3967" y="8149"/>
                    <a:pt x="4307" y="8357"/>
                    <a:pt x="4594" y="8592"/>
                  </a:cubicBezTo>
                  <a:cubicBezTo>
                    <a:pt x="5429" y="9375"/>
                    <a:pt x="6473" y="9949"/>
                    <a:pt x="7360" y="10993"/>
                  </a:cubicBezTo>
                  <a:cubicBezTo>
                    <a:pt x="5690" y="11202"/>
                    <a:pt x="4202" y="11411"/>
                    <a:pt x="2715" y="11619"/>
                  </a:cubicBezTo>
                  <a:cubicBezTo>
                    <a:pt x="2219" y="11646"/>
                    <a:pt x="1723" y="11750"/>
                    <a:pt x="1253" y="11959"/>
                  </a:cubicBezTo>
                  <a:cubicBezTo>
                    <a:pt x="444" y="12298"/>
                    <a:pt x="1" y="13159"/>
                    <a:pt x="210" y="14020"/>
                  </a:cubicBezTo>
                  <a:cubicBezTo>
                    <a:pt x="340" y="14829"/>
                    <a:pt x="1071" y="15429"/>
                    <a:pt x="1906" y="15429"/>
                  </a:cubicBezTo>
                  <a:cubicBezTo>
                    <a:pt x="2402" y="15429"/>
                    <a:pt x="2897" y="15377"/>
                    <a:pt x="3393" y="15299"/>
                  </a:cubicBezTo>
                  <a:cubicBezTo>
                    <a:pt x="5246" y="15064"/>
                    <a:pt x="7073" y="14777"/>
                    <a:pt x="8900" y="14594"/>
                  </a:cubicBezTo>
                  <a:cubicBezTo>
                    <a:pt x="9717" y="14514"/>
                    <a:pt x="10308" y="14456"/>
                    <a:pt x="10784" y="14456"/>
                  </a:cubicBezTo>
                  <a:cubicBezTo>
                    <a:pt x="12010" y="14456"/>
                    <a:pt x="12476" y="14840"/>
                    <a:pt x="14093" y="16212"/>
                  </a:cubicBezTo>
                  <a:cubicBezTo>
                    <a:pt x="16885" y="18535"/>
                    <a:pt x="19886" y="20544"/>
                    <a:pt x="22574" y="22971"/>
                  </a:cubicBezTo>
                  <a:cubicBezTo>
                    <a:pt x="22930" y="23340"/>
                    <a:pt x="23391" y="23523"/>
                    <a:pt x="23852" y="23523"/>
                  </a:cubicBezTo>
                  <a:cubicBezTo>
                    <a:pt x="24337" y="23523"/>
                    <a:pt x="24822" y="23320"/>
                    <a:pt x="25183" y="22919"/>
                  </a:cubicBezTo>
                  <a:cubicBezTo>
                    <a:pt x="25888" y="22162"/>
                    <a:pt x="25888" y="21171"/>
                    <a:pt x="25105" y="20309"/>
                  </a:cubicBezTo>
                  <a:cubicBezTo>
                    <a:pt x="24609" y="19787"/>
                    <a:pt x="24087" y="19318"/>
                    <a:pt x="23513" y="18874"/>
                  </a:cubicBezTo>
                  <a:cubicBezTo>
                    <a:pt x="20982" y="16839"/>
                    <a:pt x="18477" y="14829"/>
                    <a:pt x="15893" y="12872"/>
                  </a:cubicBezTo>
                  <a:cubicBezTo>
                    <a:pt x="15032" y="12272"/>
                    <a:pt x="14458" y="11332"/>
                    <a:pt x="14354" y="10289"/>
                  </a:cubicBezTo>
                  <a:cubicBezTo>
                    <a:pt x="14014" y="7418"/>
                    <a:pt x="13571" y="4547"/>
                    <a:pt x="13127" y="1677"/>
                  </a:cubicBezTo>
                  <a:cubicBezTo>
                    <a:pt x="12979" y="618"/>
                    <a:pt x="12320" y="0"/>
                    <a:pt x="11456" y="0"/>
                  </a:cubicBezTo>
                  <a:close/>
                </a:path>
              </a:pathLst>
            </a:custGeom>
            <a:solidFill>
              <a:srgbClr val="D4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57"/>
            <p:cNvSpPr/>
            <p:nvPr/>
          </p:nvSpPr>
          <p:spPr>
            <a:xfrm>
              <a:off x="2091515" y="1739088"/>
              <a:ext cx="433622" cy="155059"/>
            </a:xfrm>
            <a:custGeom>
              <a:rect b="b" l="l" r="r" t="t"/>
              <a:pathLst>
                <a:path extrusionOk="0" h="7587" w="21217">
                  <a:moveTo>
                    <a:pt x="3993" y="0"/>
                  </a:moveTo>
                  <a:cubicBezTo>
                    <a:pt x="3489" y="0"/>
                    <a:pt x="2984" y="3"/>
                    <a:pt x="2480" y="12"/>
                  </a:cubicBezTo>
                  <a:cubicBezTo>
                    <a:pt x="1149" y="64"/>
                    <a:pt x="444" y="612"/>
                    <a:pt x="262" y="1943"/>
                  </a:cubicBezTo>
                  <a:cubicBezTo>
                    <a:pt x="79" y="3300"/>
                    <a:pt x="1" y="4709"/>
                    <a:pt x="418" y="6066"/>
                  </a:cubicBezTo>
                  <a:cubicBezTo>
                    <a:pt x="782" y="7216"/>
                    <a:pt x="1036" y="7586"/>
                    <a:pt x="1820" y="7586"/>
                  </a:cubicBezTo>
                  <a:cubicBezTo>
                    <a:pt x="2050" y="7586"/>
                    <a:pt x="2325" y="7555"/>
                    <a:pt x="2663" y="7501"/>
                  </a:cubicBezTo>
                  <a:cubicBezTo>
                    <a:pt x="8404" y="6614"/>
                    <a:pt x="13988" y="5022"/>
                    <a:pt x="19573" y="3509"/>
                  </a:cubicBezTo>
                  <a:cubicBezTo>
                    <a:pt x="19912" y="3430"/>
                    <a:pt x="20225" y="3300"/>
                    <a:pt x="20512" y="3143"/>
                  </a:cubicBezTo>
                  <a:cubicBezTo>
                    <a:pt x="21217" y="2700"/>
                    <a:pt x="21164" y="1891"/>
                    <a:pt x="20382" y="1578"/>
                  </a:cubicBezTo>
                  <a:cubicBezTo>
                    <a:pt x="19912" y="1421"/>
                    <a:pt x="19416" y="1291"/>
                    <a:pt x="18920" y="1238"/>
                  </a:cubicBezTo>
                  <a:cubicBezTo>
                    <a:pt x="15006" y="455"/>
                    <a:pt x="11013" y="168"/>
                    <a:pt x="7021" y="12"/>
                  </a:cubicBezTo>
                  <a:cubicBezTo>
                    <a:pt x="6012" y="12"/>
                    <a:pt x="5003" y="0"/>
                    <a:pt x="3993" y="0"/>
                  </a:cubicBezTo>
                  <a:close/>
                </a:path>
              </a:pathLst>
            </a:custGeom>
            <a:solidFill>
              <a:srgbClr val="FFB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57"/>
            <p:cNvSpPr/>
            <p:nvPr/>
          </p:nvSpPr>
          <p:spPr>
            <a:xfrm>
              <a:off x="2978993" y="2774533"/>
              <a:ext cx="318948" cy="319132"/>
            </a:xfrm>
            <a:custGeom>
              <a:rect b="b" l="l" r="r" t="t"/>
              <a:pathLst>
                <a:path extrusionOk="0" h="15615" w="15606">
                  <a:moveTo>
                    <a:pt x="8956" y="0"/>
                  </a:moveTo>
                  <a:cubicBezTo>
                    <a:pt x="8635" y="0"/>
                    <a:pt x="8342" y="198"/>
                    <a:pt x="8220" y="522"/>
                  </a:cubicBezTo>
                  <a:cubicBezTo>
                    <a:pt x="8038" y="913"/>
                    <a:pt x="7881" y="1305"/>
                    <a:pt x="7751" y="1696"/>
                  </a:cubicBezTo>
                  <a:cubicBezTo>
                    <a:pt x="7281" y="3053"/>
                    <a:pt x="6811" y="4436"/>
                    <a:pt x="6263" y="6028"/>
                  </a:cubicBezTo>
                  <a:cubicBezTo>
                    <a:pt x="5559" y="5193"/>
                    <a:pt x="5011" y="4515"/>
                    <a:pt x="4436" y="3862"/>
                  </a:cubicBezTo>
                  <a:cubicBezTo>
                    <a:pt x="3810" y="3131"/>
                    <a:pt x="3158" y="2427"/>
                    <a:pt x="2479" y="1722"/>
                  </a:cubicBezTo>
                  <a:cubicBezTo>
                    <a:pt x="2308" y="1523"/>
                    <a:pt x="2060" y="1417"/>
                    <a:pt x="1809" y="1417"/>
                  </a:cubicBezTo>
                  <a:cubicBezTo>
                    <a:pt x="1601" y="1417"/>
                    <a:pt x="1393" y="1490"/>
                    <a:pt x="1227" y="1644"/>
                  </a:cubicBezTo>
                  <a:cubicBezTo>
                    <a:pt x="809" y="2009"/>
                    <a:pt x="861" y="2479"/>
                    <a:pt x="1175" y="2897"/>
                  </a:cubicBezTo>
                  <a:cubicBezTo>
                    <a:pt x="1383" y="3158"/>
                    <a:pt x="1592" y="3418"/>
                    <a:pt x="1827" y="3653"/>
                  </a:cubicBezTo>
                  <a:cubicBezTo>
                    <a:pt x="2845" y="4802"/>
                    <a:pt x="3810" y="5976"/>
                    <a:pt x="4697" y="7228"/>
                  </a:cubicBezTo>
                  <a:cubicBezTo>
                    <a:pt x="3967" y="7698"/>
                    <a:pt x="3158" y="7803"/>
                    <a:pt x="2427" y="8090"/>
                  </a:cubicBezTo>
                  <a:cubicBezTo>
                    <a:pt x="1879" y="8298"/>
                    <a:pt x="1305" y="8429"/>
                    <a:pt x="757" y="8638"/>
                  </a:cubicBezTo>
                  <a:cubicBezTo>
                    <a:pt x="287" y="8768"/>
                    <a:pt x="0" y="9264"/>
                    <a:pt x="131" y="9734"/>
                  </a:cubicBezTo>
                  <a:cubicBezTo>
                    <a:pt x="257" y="10177"/>
                    <a:pt x="572" y="10364"/>
                    <a:pt x="950" y="10364"/>
                  </a:cubicBezTo>
                  <a:cubicBezTo>
                    <a:pt x="1039" y="10364"/>
                    <a:pt x="1132" y="10354"/>
                    <a:pt x="1227" y="10334"/>
                  </a:cubicBezTo>
                  <a:cubicBezTo>
                    <a:pt x="1749" y="10230"/>
                    <a:pt x="2271" y="10021"/>
                    <a:pt x="2792" y="9890"/>
                  </a:cubicBezTo>
                  <a:cubicBezTo>
                    <a:pt x="3601" y="9708"/>
                    <a:pt x="4332" y="9316"/>
                    <a:pt x="5324" y="9238"/>
                  </a:cubicBezTo>
                  <a:lnTo>
                    <a:pt x="5324" y="9238"/>
                  </a:lnTo>
                  <a:cubicBezTo>
                    <a:pt x="5037" y="10203"/>
                    <a:pt x="4802" y="10986"/>
                    <a:pt x="4541" y="11795"/>
                  </a:cubicBezTo>
                  <a:cubicBezTo>
                    <a:pt x="4280" y="12630"/>
                    <a:pt x="3993" y="13465"/>
                    <a:pt x="3784" y="14327"/>
                  </a:cubicBezTo>
                  <a:cubicBezTo>
                    <a:pt x="3601" y="14822"/>
                    <a:pt x="3888" y="15370"/>
                    <a:pt x="4384" y="15553"/>
                  </a:cubicBezTo>
                  <a:cubicBezTo>
                    <a:pt x="4490" y="15594"/>
                    <a:pt x="4596" y="15614"/>
                    <a:pt x="4699" y="15614"/>
                  </a:cubicBezTo>
                  <a:cubicBezTo>
                    <a:pt x="5056" y="15614"/>
                    <a:pt x="5388" y="15378"/>
                    <a:pt x="5611" y="14953"/>
                  </a:cubicBezTo>
                  <a:cubicBezTo>
                    <a:pt x="5741" y="14692"/>
                    <a:pt x="5846" y="14405"/>
                    <a:pt x="5924" y="14118"/>
                  </a:cubicBezTo>
                  <a:cubicBezTo>
                    <a:pt x="6315" y="12917"/>
                    <a:pt x="6681" y="11717"/>
                    <a:pt x="7072" y="10438"/>
                  </a:cubicBezTo>
                  <a:cubicBezTo>
                    <a:pt x="7672" y="10673"/>
                    <a:pt x="7855" y="11117"/>
                    <a:pt x="8142" y="11456"/>
                  </a:cubicBezTo>
                  <a:cubicBezTo>
                    <a:pt x="8873" y="12317"/>
                    <a:pt x="9551" y="13231"/>
                    <a:pt x="10308" y="14092"/>
                  </a:cubicBezTo>
                  <a:cubicBezTo>
                    <a:pt x="10563" y="14391"/>
                    <a:pt x="10860" y="14536"/>
                    <a:pt x="11146" y="14536"/>
                  </a:cubicBezTo>
                  <a:cubicBezTo>
                    <a:pt x="11359" y="14536"/>
                    <a:pt x="11565" y="14456"/>
                    <a:pt x="11743" y="14300"/>
                  </a:cubicBezTo>
                  <a:cubicBezTo>
                    <a:pt x="12161" y="13961"/>
                    <a:pt x="12213" y="13335"/>
                    <a:pt x="11874" y="12917"/>
                  </a:cubicBezTo>
                  <a:cubicBezTo>
                    <a:pt x="11561" y="12474"/>
                    <a:pt x="11247" y="12030"/>
                    <a:pt x="10882" y="11613"/>
                  </a:cubicBezTo>
                  <a:cubicBezTo>
                    <a:pt x="9995" y="10517"/>
                    <a:pt x="9108" y="9421"/>
                    <a:pt x="8220" y="8351"/>
                  </a:cubicBezTo>
                  <a:cubicBezTo>
                    <a:pt x="8429" y="8090"/>
                    <a:pt x="8742" y="7933"/>
                    <a:pt x="9082" y="7907"/>
                  </a:cubicBezTo>
                  <a:cubicBezTo>
                    <a:pt x="10830" y="7385"/>
                    <a:pt x="12604" y="6863"/>
                    <a:pt x="14379" y="6341"/>
                  </a:cubicBezTo>
                  <a:cubicBezTo>
                    <a:pt x="15240" y="6080"/>
                    <a:pt x="15605" y="5637"/>
                    <a:pt x="15475" y="5063"/>
                  </a:cubicBezTo>
                  <a:cubicBezTo>
                    <a:pt x="15358" y="4596"/>
                    <a:pt x="15010" y="4347"/>
                    <a:pt x="14463" y="4347"/>
                  </a:cubicBezTo>
                  <a:cubicBezTo>
                    <a:pt x="14275" y="4347"/>
                    <a:pt x="14064" y="4376"/>
                    <a:pt x="13831" y="4436"/>
                  </a:cubicBezTo>
                  <a:cubicBezTo>
                    <a:pt x="13126" y="4593"/>
                    <a:pt x="12448" y="4802"/>
                    <a:pt x="11769" y="5010"/>
                  </a:cubicBezTo>
                  <a:cubicBezTo>
                    <a:pt x="10699" y="5323"/>
                    <a:pt x="9630" y="5663"/>
                    <a:pt x="8455" y="6002"/>
                  </a:cubicBezTo>
                  <a:cubicBezTo>
                    <a:pt x="8534" y="4958"/>
                    <a:pt x="8925" y="4175"/>
                    <a:pt x="9160" y="3340"/>
                  </a:cubicBezTo>
                  <a:cubicBezTo>
                    <a:pt x="9369" y="2583"/>
                    <a:pt x="9630" y="1801"/>
                    <a:pt x="9812" y="1044"/>
                  </a:cubicBezTo>
                  <a:cubicBezTo>
                    <a:pt x="9943" y="600"/>
                    <a:pt x="9682" y="157"/>
                    <a:pt x="9238" y="52"/>
                  </a:cubicBezTo>
                  <a:cubicBezTo>
                    <a:pt x="9144" y="17"/>
                    <a:pt x="9049" y="0"/>
                    <a:pt x="89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57"/>
            <p:cNvSpPr/>
            <p:nvPr/>
          </p:nvSpPr>
          <p:spPr>
            <a:xfrm>
              <a:off x="833914" y="2752216"/>
              <a:ext cx="274700" cy="278931"/>
            </a:xfrm>
            <a:custGeom>
              <a:rect b="b" l="l" r="r" t="t"/>
              <a:pathLst>
                <a:path extrusionOk="0" h="13648" w="13441">
                  <a:moveTo>
                    <a:pt x="7936" y="1"/>
                  </a:moveTo>
                  <a:cubicBezTo>
                    <a:pt x="7524" y="1"/>
                    <a:pt x="7230" y="273"/>
                    <a:pt x="7073" y="700"/>
                  </a:cubicBezTo>
                  <a:cubicBezTo>
                    <a:pt x="6969" y="961"/>
                    <a:pt x="6890" y="1249"/>
                    <a:pt x="6812" y="1536"/>
                  </a:cubicBezTo>
                  <a:cubicBezTo>
                    <a:pt x="6499" y="2710"/>
                    <a:pt x="6186" y="3858"/>
                    <a:pt x="5820" y="5137"/>
                  </a:cubicBezTo>
                  <a:cubicBezTo>
                    <a:pt x="5116" y="4824"/>
                    <a:pt x="4776" y="4328"/>
                    <a:pt x="4359" y="3910"/>
                  </a:cubicBezTo>
                  <a:cubicBezTo>
                    <a:pt x="3915" y="3467"/>
                    <a:pt x="3524" y="2971"/>
                    <a:pt x="3054" y="2553"/>
                  </a:cubicBezTo>
                  <a:cubicBezTo>
                    <a:pt x="2868" y="2354"/>
                    <a:pt x="2653" y="2270"/>
                    <a:pt x="2445" y="2270"/>
                  </a:cubicBezTo>
                  <a:cubicBezTo>
                    <a:pt x="1810" y="2270"/>
                    <a:pt x="1244" y="3053"/>
                    <a:pt x="1775" y="3702"/>
                  </a:cubicBezTo>
                  <a:cubicBezTo>
                    <a:pt x="1984" y="4015"/>
                    <a:pt x="2245" y="4302"/>
                    <a:pt x="2480" y="4589"/>
                  </a:cubicBezTo>
                  <a:cubicBezTo>
                    <a:pt x="3080" y="5241"/>
                    <a:pt x="3680" y="5920"/>
                    <a:pt x="4411" y="6703"/>
                  </a:cubicBezTo>
                  <a:cubicBezTo>
                    <a:pt x="3132" y="7094"/>
                    <a:pt x="2062" y="7407"/>
                    <a:pt x="993" y="7772"/>
                  </a:cubicBezTo>
                  <a:cubicBezTo>
                    <a:pt x="262" y="8033"/>
                    <a:pt x="1" y="8425"/>
                    <a:pt x="158" y="8947"/>
                  </a:cubicBezTo>
                  <a:cubicBezTo>
                    <a:pt x="259" y="9334"/>
                    <a:pt x="568" y="9546"/>
                    <a:pt x="1046" y="9546"/>
                  </a:cubicBezTo>
                  <a:cubicBezTo>
                    <a:pt x="1180" y="9546"/>
                    <a:pt x="1328" y="9529"/>
                    <a:pt x="1488" y="9495"/>
                  </a:cubicBezTo>
                  <a:cubicBezTo>
                    <a:pt x="2167" y="9338"/>
                    <a:pt x="2793" y="9103"/>
                    <a:pt x="3446" y="8947"/>
                  </a:cubicBezTo>
                  <a:cubicBezTo>
                    <a:pt x="3795" y="8889"/>
                    <a:pt x="4130" y="8672"/>
                    <a:pt x="4493" y="8672"/>
                  </a:cubicBezTo>
                  <a:cubicBezTo>
                    <a:pt x="4619" y="8672"/>
                    <a:pt x="4747" y="8697"/>
                    <a:pt x="4881" y="8764"/>
                  </a:cubicBezTo>
                  <a:cubicBezTo>
                    <a:pt x="4829" y="9051"/>
                    <a:pt x="4776" y="9312"/>
                    <a:pt x="4724" y="9547"/>
                  </a:cubicBezTo>
                  <a:cubicBezTo>
                    <a:pt x="4437" y="10460"/>
                    <a:pt x="4150" y="11400"/>
                    <a:pt x="3915" y="12339"/>
                  </a:cubicBezTo>
                  <a:cubicBezTo>
                    <a:pt x="3759" y="13018"/>
                    <a:pt x="4072" y="13514"/>
                    <a:pt x="4594" y="13618"/>
                  </a:cubicBezTo>
                  <a:cubicBezTo>
                    <a:pt x="4685" y="13638"/>
                    <a:pt x="4772" y="13647"/>
                    <a:pt x="4854" y="13647"/>
                  </a:cubicBezTo>
                  <a:cubicBezTo>
                    <a:pt x="5309" y="13647"/>
                    <a:pt x="5613" y="13352"/>
                    <a:pt x="5768" y="12887"/>
                  </a:cubicBezTo>
                  <a:cubicBezTo>
                    <a:pt x="6003" y="12313"/>
                    <a:pt x="6160" y="11687"/>
                    <a:pt x="6368" y="11113"/>
                  </a:cubicBezTo>
                  <a:cubicBezTo>
                    <a:pt x="6603" y="10460"/>
                    <a:pt x="6603" y="9730"/>
                    <a:pt x="7047" y="9156"/>
                  </a:cubicBezTo>
                  <a:cubicBezTo>
                    <a:pt x="7464" y="9390"/>
                    <a:pt x="7830" y="9704"/>
                    <a:pt x="8169" y="10069"/>
                  </a:cubicBezTo>
                  <a:cubicBezTo>
                    <a:pt x="8743" y="10617"/>
                    <a:pt x="9317" y="11165"/>
                    <a:pt x="9943" y="11687"/>
                  </a:cubicBezTo>
                  <a:cubicBezTo>
                    <a:pt x="10123" y="11866"/>
                    <a:pt x="10365" y="11958"/>
                    <a:pt x="10609" y="11958"/>
                  </a:cubicBezTo>
                  <a:cubicBezTo>
                    <a:pt x="10861" y="11958"/>
                    <a:pt x="11115" y="11860"/>
                    <a:pt x="11300" y="11661"/>
                  </a:cubicBezTo>
                  <a:cubicBezTo>
                    <a:pt x="11666" y="11269"/>
                    <a:pt x="11666" y="10669"/>
                    <a:pt x="11300" y="10278"/>
                  </a:cubicBezTo>
                  <a:cubicBezTo>
                    <a:pt x="10935" y="9886"/>
                    <a:pt x="10491" y="9547"/>
                    <a:pt x="10126" y="9156"/>
                  </a:cubicBezTo>
                  <a:cubicBezTo>
                    <a:pt x="9552" y="8581"/>
                    <a:pt x="8847" y="8112"/>
                    <a:pt x="8352" y="7433"/>
                  </a:cubicBezTo>
                  <a:cubicBezTo>
                    <a:pt x="8717" y="7172"/>
                    <a:pt x="9134" y="6964"/>
                    <a:pt x="9604" y="6885"/>
                  </a:cubicBezTo>
                  <a:cubicBezTo>
                    <a:pt x="10544" y="6546"/>
                    <a:pt x="11509" y="6233"/>
                    <a:pt x="12449" y="5894"/>
                  </a:cubicBezTo>
                  <a:cubicBezTo>
                    <a:pt x="13179" y="5607"/>
                    <a:pt x="13440" y="5111"/>
                    <a:pt x="13231" y="4537"/>
                  </a:cubicBezTo>
                  <a:cubicBezTo>
                    <a:pt x="13094" y="4164"/>
                    <a:pt x="12765" y="3938"/>
                    <a:pt x="12333" y="3938"/>
                  </a:cubicBezTo>
                  <a:cubicBezTo>
                    <a:pt x="12190" y="3938"/>
                    <a:pt x="12036" y="3963"/>
                    <a:pt x="11875" y="4015"/>
                  </a:cubicBezTo>
                  <a:cubicBezTo>
                    <a:pt x="10831" y="4328"/>
                    <a:pt x="9813" y="4719"/>
                    <a:pt x="8769" y="5059"/>
                  </a:cubicBezTo>
                  <a:cubicBezTo>
                    <a:pt x="8574" y="5112"/>
                    <a:pt x="8379" y="5262"/>
                    <a:pt x="8159" y="5262"/>
                  </a:cubicBezTo>
                  <a:cubicBezTo>
                    <a:pt x="8055" y="5262"/>
                    <a:pt x="7946" y="5229"/>
                    <a:pt x="7830" y="5137"/>
                  </a:cubicBezTo>
                  <a:cubicBezTo>
                    <a:pt x="7986" y="4484"/>
                    <a:pt x="8117" y="3832"/>
                    <a:pt x="8273" y="3180"/>
                  </a:cubicBezTo>
                  <a:cubicBezTo>
                    <a:pt x="8456" y="2475"/>
                    <a:pt x="8639" y="1797"/>
                    <a:pt x="8769" y="1092"/>
                  </a:cubicBezTo>
                  <a:cubicBezTo>
                    <a:pt x="8873" y="596"/>
                    <a:pt x="8717" y="152"/>
                    <a:pt x="8143" y="22"/>
                  </a:cubicBezTo>
                  <a:cubicBezTo>
                    <a:pt x="8071" y="8"/>
                    <a:pt x="8002" y="1"/>
                    <a:pt x="79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57"/>
            <p:cNvSpPr/>
            <p:nvPr/>
          </p:nvSpPr>
          <p:spPr>
            <a:xfrm>
              <a:off x="2688862" y="1449979"/>
              <a:ext cx="268283" cy="223627"/>
            </a:xfrm>
            <a:custGeom>
              <a:rect b="b" l="l" r="r" t="t"/>
              <a:pathLst>
                <a:path extrusionOk="0" h="10942" w="13127">
                  <a:moveTo>
                    <a:pt x="7829" y="0"/>
                  </a:moveTo>
                  <a:cubicBezTo>
                    <a:pt x="7537" y="0"/>
                    <a:pt x="7293" y="200"/>
                    <a:pt x="7098" y="484"/>
                  </a:cubicBezTo>
                  <a:cubicBezTo>
                    <a:pt x="6915" y="718"/>
                    <a:pt x="6785" y="1005"/>
                    <a:pt x="6655" y="1240"/>
                  </a:cubicBezTo>
                  <a:cubicBezTo>
                    <a:pt x="6341" y="1788"/>
                    <a:pt x="6107" y="2389"/>
                    <a:pt x="5663" y="2884"/>
                  </a:cubicBezTo>
                  <a:cubicBezTo>
                    <a:pt x="5245" y="2650"/>
                    <a:pt x="5037" y="2206"/>
                    <a:pt x="4723" y="1893"/>
                  </a:cubicBezTo>
                  <a:cubicBezTo>
                    <a:pt x="4228" y="1371"/>
                    <a:pt x="3732" y="849"/>
                    <a:pt x="3184" y="379"/>
                  </a:cubicBezTo>
                  <a:cubicBezTo>
                    <a:pt x="3044" y="252"/>
                    <a:pt x="2866" y="187"/>
                    <a:pt x="2685" y="187"/>
                  </a:cubicBezTo>
                  <a:cubicBezTo>
                    <a:pt x="2495" y="187"/>
                    <a:pt x="2300" y="258"/>
                    <a:pt x="2140" y="405"/>
                  </a:cubicBezTo>
                  <a:cubicBezTo>
                    <a:pt x="1775" y="666"/>
                    <a:pt x="1696" y="1162"/>
                    <a:pt x="1983" y="1527"/>
                  </a:cubicBezTo>
                  <a:cubicBezTo>
                    <a:pt x="2218" y="1867"/>
                    <a:pt x="2505" y="2154"/>
                    <a:pt x="2792" y="2493"/>
                  </a:cubicBezTo>
                  <a:cubicBezTo>
                    <a:pt x="3366" y="3171"/>
                    <a:pt x="4045" y="3798"/>
                    <a:pt x="4436" y="4842"/>
                  </a:cubicBezTo>
                  <a:cubicBezTo>
                    <a:pt x="4036" y="4842"/>
                    <a:pt x="3706" y="4830"/>
                    <a:pt x="3391" y="4830"/>
                  </a:cubicBezTo>
                  <a:cubicBezTo>
                    <a:pt x="3233" y="4830"/>
                    <a:pt x="3079" y="4833"/>
                    <a:pt x="2923" y="4842"/>
                  </a:cubicBezTo>
                  <a:cubicBezTo>
                    <a:pt x="2218" y="4894"/>
                    <a:pt x="1514" y="4946"/>
                    <a:pt x="809" y="5024"/>
                  </a:cubicBezTo>
                  <a:cubicBezTo>
                    <a:pt x="339" y="5024"/>
                    <a:pt x="0" y="5390"/>
                    <a:pt x="26" y="5859"/>
                  </a:cubicBezTo>
                  <a:cubicBezTo>
                    <a:pt x="0" y="6303"/>
                    <a:pt x="339" y="6668"/>
                    <a:pt x="783" y="6720"/>
                  </a:cubicBezTo>
                  <a:cubicBezTo>
                    <a:pt x="1148" y="6747"/>
                    <a:pt x="1540" y="6747"/>
                    <a:pt x="1905" y="6747"/>
                  </a:cubicBezTo>
                  <a:cubicBezTo>
                    <a:pt x="1957" y="6749"/>
                    <a:pt x="2010" y="6750"/>
                    <a:pt x="2062" y="6750"/>
                  </a:cubicBezTo>
                  <a:cubicBezTo>
                    <a:pt x="2273" y="6750"/>
                    <a:pt x="2489" y="6734"/>
                    <a:pt x="2711" y="6734"/>
                  </a:cubicBezTo>
                  <a:cubicBezTo>
                    <a:pt x="2988" y="6734"/>
                    <a:pt x="3275" y="6760"/>
                    <a:pt x="3575" y="6877"/>
                  </a:cubicBezTo>
                  <a:cubicBezTo>
                    <a:pt x="3158" y="7712"/>
                    <a:pt x="2766" y="8443"/>
                    <a:pt x="2401" y="9200"/>
                  </a:cubicBezTo>
                  <a:cubicBezTo>
                    <a:pt x="2009" y="9982"/>
                    <a:pt x="2114" y="10557"/>
                    <a:pt x="2662" y="10844"/>
                  </a:cubicBezTo>
                  <a:cubicBezTo>
                    <a:pt x="2806" y="10909"/>
                    <a:pt x="2947" y="10942"/>
                    <a:pt x="3084" y="10942"/>
                  </a:cubicBezTo>
                  <a:cubicBezTo>
                    <a:pt x="3492" y="10942"/>
                    <a:pt x="3863" y="10653"/>
                    <a:pt x="4175" y="10087"/>
                  </a:cubicBezTo>
                  <a:cubicBezTo>
                    <a:pt x="4462" y="9617"/>
                    <a:pt x="4671" y="9095"/>
                    <a:pt x="4932" y="8625"/>
                  </a:cubicBezTo>
                  <a:cubicBezTo>
                    <a:pt x="5245" y="8025"/>
                    <a:pt x="5454" y="7347"/>
                    <a:pt x="5976" y="6747"/>
                  </a:cubicBezTo>
                  <a:cubicBezTo>
                    <a:pt x="6602" y="7582"/>
                    <a:pt x="7150" y="8338"/>
                    <a:pt x="7698" y="9069"/>
                  </a:cubicBezTo>
                  <a:cubicBezTo>
                    <a:pt x="7933" y="9408"/>
                    <a:pt x="8220" y="9722"/>
                    <a:pt x="8507" y="10035"/>
                  </a:cubicBezTo>
                  <a:cubicBezTo>
                    <a:pt x="8678" y="10205"/>
                    <a:pt x="8903" y="10291"/>
                    <a:pt x="9128" y="10291"/>
                  </a:cubicBezTo>
                  <a:cubicBezTo>
                    <a:pt x="9315" y="10291"/>
                    <a:pt x="9501" y="10232"/>
                    <a:pt x="9656" y="10113"/>
                  </a:cubicBezTo>
                  <a:cubicBezTo>
                    <a:pt x="10099" y="9878"/>
                    <a:pt x="10230" y="9330"/>
                    <a:pt x="9995" y="8886"/>
                  </a:cubicBezTo>
                  <a:cubicBezTo>
                    <a:pt x="9760" y="8495"/>
                    <a:pt x="9499" y="8130"/>
                    <a:pt x="9212" y="7764"/>
                  </a:cubicBezTo>
                  <a:cubicBezTo>
                    <a:pt x="8977" y="7399"/>
                    <a:pt x="8560" y="7138"/>
                    <a:pt x="8612" y="6616"/>
                  </a:cubicBezTo>
                  <a:cubicBezTo>
                    <a:pt x="8664" y="6616"/>
                    <a:pt x="8716" y="6590"/>
                    <a:pt x="8794" y="6564"/>
                  </a:cubicBezTo>
                  <a:cubicBezTo>
                    <a:pt x="9160" y="6564"/>
                    <a:pt x="9525" y="6576"/>
                    <a:pt x="9890" y="6576"/>
                  </a:cubicBezTo>
                  <a:cubicBezTo>
                    <a:pt x="10073" y="6576"/>
                    <a:pt x="10256" y="6573"/>
                    <a:pt x="10438" y="6564"/>
                  </a:cubicBezTo>
                  <a:cubicBezTo>
                    <a:pt x="10934" y="6564"/>
                    <a:pt x="11430" y="6512"/>
                    <a:pt x="11926" y="6433"/>
                  </a:cubicBezTo>
                  <a:cubicBezTo>
                    <a:pt x="13126" y="6277"/>
                    <a:pt x="13022" y="4502"/>
                    <a:pt x="11795" y="4502"/>
                  </a:cubicBezTo>
                  <a:cubicBezTo>
                    <a:pt x="11482" y="4502"/>
                    <a:pt x="11143" y="4528"/>
                    <a:pt x="10804" y="4528"/>
                  </a:cubicBezTo>
                  <a:lnTo>
                    <a:pt x="7046" y="4528"/>
                  </a:lnTo>
                  <a:cubicBezTo>
                    <a:pt x="7333" y="3954"/>
                    <a:pt x="7594" y="3432"/>
                    <a:pt x="7829" y="2937"/>
                  </a:cubicBezTo>
                  <a:cubicBezTo>
                    <a:pt x="8090" y="2389"/>
                    <a:pt x="8377" y="1867"/>
                    <a:pt x="8612" y="1345"/>
                  </a:cubicBezTo>
                  <a:cubicBezTo>
                    <a:pt x="8873" y="927"/>
                    <a:pt x="8716" y="379"/>
                    <a:pt x="8272" y="144"/>
                  </a:cubicBezTo>
                  <a:cubicBezTo>
                    <a:pt x="8114" y="44"/>
                    <a:pt x="7966" y="0"/>
                    <a:pt x="7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57"/>
            <p:cNvSpPr/>
            <p:nvPr/>
          </p:nvSpPr>
          <p:spPr>
            <a:xfrm>
              <a:off x="897924" y="1572298"/>
              <a:ext cx="247478" cy="244044"/>
            </a:xfrm>
            <a:custGeom>
              <a:rect b="b" l="l" r="r" t="t"/>
              <a:pathLst>
                <a:path extrusionOk="0" h="11941" w="12109">
                  <a:moveTo>
                    <a:pt x="8312" y="1"/>
                  </a:moveTo>
                  <a:cubicBezTo>
                    <a:pt x="8008" y="1"/>
                    <a:pt x="7711" y="146"/>
                    <a:pt x="7516" y="422"/>
                  </a:cubicBezTo>
                  <a:cubicBezTo>
                    <a:pt x="7281" y="762"/>
                    <a:pt x="7046" y="1127"/>
                    <a:pt x="6864" y="1518"/>
                  </a:cubicBezTo>
                  <a:cubicBezTo>
                    <a:pt x="6446" y="2301"/>
                    <a:pt x="6029" y="3136"/>
                    <a:pt x="5507" y="4076"/>
                  </a:cubicBezTo>
                  <a:cubicBezTo>
                    <a:pt x="5141" y="3345"/>
                    <a:pt x="4880" y="2745"/>
                    <a:pt x="4541" y="2171"/>
                  </a:cubicBezTo>
                  <a:cubicBezTo>
                    <a:pt x="4360" y="1828"/>
                    <a:pt x="4101" y="1579"/>
                    <a:pt x="3752" y="1579"/>
                  </a:cubicBezTo>
                  <a:cubicBezTo>
                    <a:pt x="3649" y="1579"/>
                    <a:pt x="3538" y="1601"/>
                    <a:pt x="3419" y="1649"/>
                  </a:cubicBezTo>
                  <a:cubicBezTo>
                    <a:pt x="2923" y="1832"/>
                    <a:pt x="2740" y="2301"/>
                    <a:pt x="2949" y="2901"/>
                  </a:cubicBezTo>
                  <a:cubicBezTo>
                    <a:pt x="3132" y="3423"/>
                    <a:pt x="3393" y="3893"/>
                    <a:pt x="3602" y="4415"/>
                  </a:cubicBezTo>
                  <a:cubicBezTo>
                    <a:pt x="3680" y="4676"/>
                    <a:pt x="3941" y="4911"/>
                    <a:pt x="3654" y="5224"/>
                  </a:cubicBezTo>
                  <a:lnTo>
                    <a:pt x="1905" y="5224"/>
                  </a:lnTo>
                  <a:cubicBezTo>
                    <a:pt x="1540" y="5224"/>
                    <a:pt x="1175" y="5250"/>
                    <a:pt x="783" y="5328"/>
                  </a:cubicBezTo>
                  <a:cubicBezTo>
                    <a:pt x="340" y="5354"/>
                    <a:pt x="0" y="5720"/>
                    <a:pt x="27" y="6163"/>
                  </a:cubicBezTo>
                  <a:cubicBezTo>
                    <a:pt x="27" y="6738"/>
                    <a:pt x="392" y="6998"/>
                    <a:pt x="914" y="7051"/>
                  </a:cubicBezTo>
                  <a:cubicBezTo>
                    <a:pt x="1009" y="7059"/>
                    <a:pt x="1105" y="7062"/>
                    <a:pt x="1202" y="7062"/>
                  </a:cubicBezTo>
                  <a:cubicBezTo>
                    <a:pt x="1395" y="7062"/>
                    <a:pt x="1592" y="7051"/>
                    <a:pt x="1801" y="7051"/>
                  </a:cubicBezTo>
                  <a:cubicBezTo>
                    <a:pt x="2480" y="7077"/>
                    <a:pt x="3184" y="7103"/>
                    <a:pt x="3967" y="7129"/>
                  </a:cubicBezTo>
                  <a:cubicBezTo>
                    <a:pt x="3837" y="7677"/>
                    <a:pt x="3628" y="8173"/>
                    <a:pt x="3367" y="8643"/>
                  </a:cubicBezTo>
                  <a:cubicBezTo>
                    <a:pt x="3080" y="9243"/>
                    <a:pt x="2740" y="9817"/>
                    <a:pt x="2506" y="10443"/>
                  </a:cubicBezTo>
                  <a:cubicBezTo>
                    <a:pt x="2219" y="11148"/>
                    <a:pt x="2375" y="11644"/>
                    <a:pt x="2871" y="11852"/>
                  </a:cubicBezTo>
                  <a:cubicBezTo>
                    <a:pt x="2996" y="11911"/>
                    <a:pt x="3116" y="11941"/>
                    <a:pt x="3231" y="11941"/>
                  </a:cubicBezTo>
                  <a:cubicBezTo>
                    <a:pt x="3572" y="11941"/>
                    <a:pt x="3870" y="11682"/>
                    <a:pt x="4124" y="11174"/>
                  </a:cubicBezTo>
                  <a:cubicBezTo>
                    <a:pt x="4515" y="10339"/>
                    <a:pt x="4959" y="9530"/>
                    <a:pt x="5454" y="8773"/>
                  </a:cubicBezTo>
                  <a:cubicBezTo>
                    <a:pt x="5846" y="9112"/>
                    <a:pt x="5924" y="9530"/>
                    <a:pt x="6107" y="9895"/>
                  </a:cubicBezTo>
                  <a:cubicBezTo>
                    <a:pt x="6237" y="10182"/>
                    <a:pt x="6368" y="10443"/>
                    <a:pt x="6524" y="10678"/>
                  </a:cubicBezTo>
                  <a:cubicBezTo>
                    <a:pt x="6686" y="10983"/>
                    <a:pt x="6982" y="11152"/>
                    <a:pt x="7296" y="11152"/>
                  </a:cubicBezTo>
                  <a:cubicBezTo>
                    <a:pt x="7439" y="11152"/>
                    <a:pt x="7586" y="11117"/>
                    <a:pt x="7725" y="11043"/>
                  </a:cubicBezTo>
                  <a:cubicBezTo>
                    <a:pt x="8142" y="10861"/>
                    <a:pt x="8351" y="10417"/>
                    <a:pt x="8221" y="9973"/>
                  </a:cubicBezTo>
                  <a:cubicBezTo>
                    <a:pt x="8116" y="9634"/>
                    <a:pt x="7986" y="9269"/>
                    <a:pt x="7829" y="8930"/>
                  </a:cubicBezTo>
                  <a:cubicBezTo>
                    <a:pt x="7620" y="8434"/>
                    <a:pt x="7386" y="7938"/>
                    <a:pt x="7151" y="7416"/>
                  </a:cubicBezTo>
                  <a:cubicBezTo>
                    <a:pt x="7447" y="7317"/>
                    <a:pt x="7720" y="7289"/>
                    <a:pt x="7984" y="7289"/>
                  </a:cubicBezTo>
                  <a:cubicBezTo>
                    <a:pt x="8277" y="7289"/>
                    <a:pt x="8558" y="7324"/>
                    <a:pt x="8847" y="7338"/>
                  </a:cubicBezTo>
                  <a:cubicBezTo>
                    <a:pt x="9551" y="7364"/>
                    <a:pt x="10256" y="7442"/>
                    <a:pt x="10961" y="7442"/>
                  </a:cubicBezTo>
                  <a:cubicBezTo>
                    <a:pt x="11665" y="7442"/>
                    <a:pt x="12109" y="7025"/>
                    <a:pt x="12083" y="6503"/>
                  </a:cubicBezTo>
                  <a:cubicBezTo>
                    <a:pt x="12109" y="5955"/>
                    <a:pt x="11665" y="5537"/>
                    <a:pt x="11143" y="5511"/>
                  </a:cubicBezTo>
                  <a:cubicBezTo>
                    <a:pt x="10856" y="5459"/>
                    <a:pt x="10569" y="5433"/>
                    <a:pt x="10256" y="5407"/>
                  </a:cubicBezTo>
                  <a:cubicBezTo>
                    <a:pt x="9317" y="5354"/>
                    <a:pt x="8351" y="5328"/>
                    <a:pt x="7307" y="5276"/>
                  </a:cubicBezTo>
                  <a:cubicBezTo>
                    <a:pt x="7359" y="4702"/>
                    <a:pt x="7673" y="4285"/>
                    <a:pt x="7881" y="3841"/>
                  </a:cubicBezTo>
                  <a:cubicBezTo>
                    <a:pt x="8325" y="3032"/>
                    <a:pt x="8769" y="2223"/>
                    <a:pt x="9186" y="1388"/>
                  </a:cubicBezTo>
                  <a:cubicBezTo>
                    <a:pt x="9421" y="970"/>
                    <a:pt x="9264" y="422"/>
                    <a:pt x="8847" y="161"/>
                  </a:cubicBezTo>
                  <a:cubicBezTo>
                    <a:pt x="8680" y="53"/>
                    <a:pt x="8495" y="1"/>
                    <a:pt x="8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57"/>
            <p:cNvSpPr/>
            <p:nvPr/>
          </p:nvSpPr>
          <p:spPr>
            <a:xfrm>
              <a:off x="3403521" y="3553120"/>
              <a:ext cx="227756" cy="209852"/>
            </a:xfrm>
            <a:custGeom>
              <a:rect b="b" l="l" r="r" t="t"/>
              <a:pathLst>
                <a:path extrusionOk="0" h="10268" w="11144">
                  <a:moveTo>
                    <a:pt x="6957" y="0"/>
                  </a:moveTo>
                  <a:cubicBezTo>
                    <a:pt x="6580" y="0"/>
                    <a:pt x="6239" y="307"/>
                    <a:pt x="5898" y="969"/>
                  </a:cubicBezTo>
                  <a:cubicBezTo>
                    <a:pt x="5481" y="1831"/>
                    <a:pt x="5037" y="2692"/>
                    <a:pt x="4646" y="3501"/>
                  </a:cubicBezTo>
                  <a:cubicBezTo>
                    <a:pt x="4358" y="3501"/>
                    <a:pt x="4071" y="3396"/>
                    <a:pt x="3863" y="3214"/>
                  </a:cubicBezTo>
                  <a:cubicBezTo>
                    <a:pt x="3236" y="2822"/>
                    <a:pt x="2688" y="2405"/>
                    <a:pt x="2140" y="1909"/>
                  </a:cubicBezTo>
                  <a:cubicBezTo>
                    <a:pt x="1928" y="1712"/>
                    <a:pt x="1698" y="1585"/>
                    <a:pt x="1456" y="1585"/>
                  </a:cubicBezTo>
                  <a:cubicBezTo>
                    <a:pt x="1281" y="1585"/>
                    <a:pt x="1100" y="1651"/>
                    <a:pt x="914" y="1805"/>
                  </a:cubicBezTo>
                  <a:cubicBezTo>
                    <a:pt x="522" y="2144"/>
                    <a:pt x="496" y="2640"/>
                    <a:pt x="888" y="3162"/>
                  </a:cubicBezTo>
                  <a:cubicBezTo>
                    <a:pt x="1201" y="3449"/>
                    <a:pt x="1488" y="3736"/>
                    <a:pt x="1827" y="3997"/>
                  </a:cubicBezTo>
                  <a:cubicBezTo>
                    <a:pt x="2010" y="4205"/>
                    <a:pt x="2375" y="4284"/>
                    <a:pt x="2297" y="4701"/>
                  </a:cubicBezTo>
                  <a:cubicBezTo>
                    <a:pt x="1749" y="4988"/>
                    <a:pt x="1175" y="5249"/>
                    <a:pt x="653" y="5562"/>
                  </a:cubicBezTo>
                  <a:cubicBezTo>
                    <a:pt x="183" y="5771"/>
                    <a:pt x="0" y="6293"/>
                    <a:pt x="183" y="6737"/>
                  </a:cubicBezTo>
                  <a:cubicBezTo>
                    <a:pt x="328" y="7062"/>
                    <a:pt x="597" y="7224"/>
                    <a:pt x="957" y="7224"/>
                  </a:cubicBezTo>
                  <a:cubicBezTo>
                    <a:pt x="1117" y="7224"/>
                    <a:pt x="1295" y="7192"/>
                    <a:pt x="1488" y="7128"/>
                  </a:cubicBezTo>
                  <a:cubicBezTo>
                    <a:pt x="2010" y="6919"/>
                    <a:pt x="2480" y="6554"/>
                    <a:pt x="3054" y="6502"/>
                  </a:cubicBezTo>
                  <a:lnTo>
                    <a:pt x="3054" y="6502"/>
                  </a:lnTo>
                  <a:cubicBezTo>
                    <a:pt x="3236" y="6815"/>
                    <a:pt x="3080" y="7024"/>
                    <a:pt x="3001" y="7259"/>
                  </a:cubicBezTo>
                  <a:cubicBezTo>
                    <a:pt x="2793" y="7859"/>
                    <a:pt x="2584" y="8459"/>
                    <a:pt x="2427" y="9059"/>
                  </a:cubicBezTo>
                  <a:cubicBezTo>
                    <a:pt x="2271" y="9529"/>
                    <a:pt x="2532" y="10025"/>
                    <a:pt x="3001" y="10181"/>
                  </a:cubicBezTo>
                  <a:cubicBezTo>
                    <a:pt x="3126" y="10240"/>
                    <a:pt x="3256" y="10267"/>
                    <a:pt x="3384" y="10267"/>
                  </a:cubicBezTo>
                  <a:cubicBezTo>
                    <a:pt x="3713" y="10267"/>
                    <a:pt x="4025" y="10083"/>
                    <a:pt x="4176" y="9764"/>
                  </a:cubicBezTo>
                  <a:cubicBezTo>
                    <a:pt x="4358" y="9425"/>
                    <a:pt x="4489" y="9085"/>
                    <a:pt x="4619" y="8720"/>
                  </a:cubicBezTo>
                  <a:cubicBezTo>
                    <a:pt x="4827" y="8045"/>
                    <a:pt x="4957" y="7344"/>
                    <a:pt x="5421" y="6618"/>
                  </a:cubicBezTo>
                  <a:lnTo>
                    <a:pt x="5421" y="6618"/>
                  </a:lnTo>
                  <a:cubicBezTo>
                    <a:pt x="6274" y="7162"/>
                    <a:pt x="7026" y="7706"/>
                    <a:pt x="7803" y="8172"/>
                  </a:cubicBezTo>
                  <a:cubicBezTo>
                    <a:pt x="8096" y="8341"/>
                    <a:pt x="8375" y="8423"/>
                    <a:pt x="8620" y="8423"/>
                  </a:cubicBezTo>
                  <a:cubicBezTo>
                    <a:pt x="8942" y="8423"/>
                    <a:pt x="9206" y="8282"/>
                    <a:pt x="9369" y="8015"/>
                  </a:cubicBezTo>
                  <a:cubicBezTo>
                    <a:pt x="9682" y="7520"/>
                    <a:pt x="9499" y="6972"/>
                    <a:pt x="8873" y="6528"/>
                  </a:cubicBezTo>
                  <a:cubicBezTo>
                    <a:pt x="8560" y="6293"/>
                    <a:pt x="8247" y="6110"/>
                    <a:pt x="7934" y="5902"/>
                  </a:cubicBezTo>
                  <a:cubicBezTo>
                    <a:pt x="7568" y="5641"/>
                    <a:pt x="7125" y="5510"/>
                    <a:pt x="6864" y="5014"/>
                  </a:cubicBezTo>
                  <a:cubicBezTo>
                    <a:pt x="7803" y="4623"/>
                    <a:pt x="8664" y="4310"/>
                    <a:pt x="9499" y="3944"/>
                  </a:cubicBezTo>
                  <a:cubicBezTo>
                    <a:pt x="9891" y="3788"/>
                    <a:pt x="10256" y="3579"/>
                    <a:pt x="10621" y="3344"/>
                  </a:cubicBezTo>
                  <a:cubicBezTo>
                    <a:pt x="11013" y="3083"/>
                    <a:pt x="11143" y="2509"/>
                    <a:pt x="10856" y="2118"/>
                  </a:cubicBezTo>
                  <a:cubicBezTo>
                    <a:pt x="10717" y="1800"/>
                    <a:pt x="10413" y="1619"/>
                    <a:pt x="10091" y="1619"/>
                  </a:cubicBezTo>
                  <a:cubicBezTo>
                    <a:pt x="9989" y="1619"/>
                    <a:pt x="9886" y="1637"/>
                    <a:pt x="9786" y="1674"/>
                  </a:cubicBezTo>
                  <a:cubicBezTo>
                    <a:pt x="9473" y="1778"/>
                    <a:pt x="9160" y="1935"/>
                    <a:pt x="8847" y="2066"/>
                  </a:cubicBezTo>
                  <a:cubicBezTo>
                    <a:pt x="8351" y="2248"/>
                    <a:pt x="7907" y="2587"/>
                    <a:pt x="7359" y="2614"/>
                  </a:cubicBezTo>
                  <a:cubicBezTo>
                    <a:pt x="7203" y="2248"/>
                    <a:pt x="7464" y="2013"/>
                    <a:pt x="7542" y="1752"/>
                  </a:cubicBezTo>
                  <a:cubicBezTo>
                    <a:pt x="7881" y="865"/>
                    <a:pt x="7829" y="317"/>
                    <a:pt x="7307" y="82"/>
                  </a:cubicBezTo>
                  <a:cubicBezTo>
                    <a:pt x="7187" y="28"/>
                    <a:pt x="7070" y="0"/>
                    <a:pt x="69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57"/>
            <p:cNvSpPr/>
            <p:nvPr/>
          </p:nvSpPr>
          <p:spPr>
            <a:xfrm>
              <a:off x="2012585" y="3738264"/>
              <a:ext cx="120561" cy="123218"/>
            </a:xfrm>
            <a:custGeom>
              <a:rect b="b" l="l" r="r" t="t"/>
              <a:pathLst>
                <a:path extrusionOk="0" h="6029" w="5899">
                  <a:moveTo>
                    <a:pt x="2897" y="0"/>
                  </a:moveTo>
                  <a:cubicBezTo>
                    <a:pt x="1253" y="0"/>
                    <a:pt x="1" y="1331"/>
                    <a:pt x="1" y="3158"/>
                  </a:cubicBezTo>
                  <a:cubicBezTo>
                    <a:pt x="27" y="4750"/>
                    <a:pt x="1305" y="6028"/>
                    <a:pt x="2897" y="6028"/>
                  </a:cubicBezTo>
                  <a:cubicBezTo>
                    <a:pt x="4567" y="6002"/>
                    <a:pt x="5898" y="4541"/>
                    <a:pt x="5898" y="2766"/>
                  </a:cubicBezTo>
                  <a:cubicBezTo>
                    <a:pt x="5872" y="1227"/>
                    <a:pt x="4567" y="0"/>
                    <a:pt x="28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57"/>
            <p:cNvSpPr/>
            <p:nvPr/>
          </p:nvSpPr>
          <p:spPr>
            <a:xfrm>
              <a:off x="2040319" y="3136114"/>
              <a:ext cx="108298" cy="109361"/>
            </a:xfrm>
            <a:custGeom>
              <a:rect b="b" l="l" r="r" t="t"/>
              <a:pathLst>
                <a:path extrusionOk="0" h="5351" w="5299">
                  <a:moveTo>
                    <a:pt x="2688" y="1"/>
                  </a:moveTo>
                  <a:cubicBezTo>
                    <a:pt x="1175" y="27"/>
                    <a:pt x="1" y="1280"/>
                    <a:pt x="53" y="2767"/>
                  </a:cubicBezTo>
                  <a:cubicBezTo>
                    <a:pt x="79" y="4085"/>
                    <a:pt x="1434" y="5351"/>
                    <a:pt x="2778" y="5351"/>
                  </a:cubicBezTo>
                  <a:cubicBezTo>
                    <a:pt x="2792" y="5351"/>
                    <a:pt x="2805" y="5351"/>
                    <a:pt x="2819" y="5351"/>
                  </a:cubicBezTo>
                  <a:cubicBezTo>
                    <a:pt x="4176" y="5351"/>
                    <a:pt x="5298" y="4072"/>
                    <a:pt x="5272" y="2532"/>
                  </a:cubicBezTo>
                  <a:cubicBezTo>
                    <a:pt x="5246" y="1123"/>
                    <a:pt x="4098" y="1"/>
                    <a:pt x="26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57"/>
            <p:cNvSpPr/>
            <p:nvPr/>
          </p:nvSpPr>
          <p:spPr>
            <a:xfrm>
              <a:off x="2017940" y="3430332"/>
              <a:ext cx="108789" cy="104231"/>
            </a:xfrm>
            <a:custGeom>
              <a:rect b="b" l="l" r="r" t="t"/>
              <a:pathLst>
                <a:path extrusionOk="0" h="5100" w="5323">
                  <a:moveTo>
                    <a:pt x="3035" y="1"/>
                  </a:moveTo>
                  <a:cubicBezTo>
                    <a:pt x="2972" y="1"/>
                    <a:pt x="2908" y="4"/>
                    <a:pt x="2844" y="10"/>
                  </a:cubicBezTo>
                  <a:cubicBezTo>
                    <a:pt x="1200" y="193"/>
                    <a:pt x="78" y="949"/>
                    <a:pt x="52" y="2646"/>
                  </a:cubicBezTo>
                  <a:cubicBezTo>
                    <a:pt x="0" y="3987"/>
                    <a:pt x="1198" y="5099"/>
                    <a:pt x="2612" y="5099"/>
                  </a:cubicBezTo>
                  <a:cubicBezTo>
                    <a:pt x="2629" y="5099"/>
                    <a:pt x="2645" y="5099"/>
                    <a:pt x="2661" y="5099"/>
                  </a:cubicBezTo>
                  <a:cubicBezTo>
                    <a:pt x="2677" y="5099"/>
                    <a:pt x="2693" y="5099"/>
                    <a:pt x="2709" y="5099"/>
                  </a:cubicBezTo>
                  <a:cubicBezTo>
                    <a:pt x="4149" y="5099"/>
                    <a:pt x="5323" y="3934"/>
                    <a:pt x="5297" y="2489"/>
                  </a:cubicBezTo>
                  <a:cubicBezTo>
                    <a:pt x="5322" y="1197"/>
                    <a:pt x="4283" y="1"/>
                    <a:pt x="30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57"/>
            <p:cNvSpPr/>
            <p:nvPr/>
          </p:nvSpPr>
          <p:spPr>
            <a:xfrm>
              <a:off x="2025931" y="2749927"/>
              <a:ext cx="111487" cy="102515"/>
            </a:xfrm>
            <a:custGeom>
              <a:rect b="b" l="l" r="r" t="t"/>
              <a:pathLst>
                <a:path extrusionOk="0" h="5016" w="5455">
                  <a:moveTo>
                    <a:pt x="2717" y="0"/>
                  </a:moveTo>
                  <a:cubicBezTo>
                    <a:pt x="1334" y="0"/>
                    <a:pt x="128" y="1223"/>
                    <a:pt x="52" y="2691"/>
                  </a:cubicBezTo>
                  <a:cubicBezTo>
                    <a:pt x="0" y="4048"/>
                    <a:pt x="966" y="4962"/>
                    <a:pt x="2584" y="5014"/>
                  </a:cubicBezTo>
                  <a:cubicBezTo>
                    <a:pt x="2619" y="5015"/>
                    <a:pt x="2654" y="5016"/>
                    <a:pt x="2689" y="5016"/>
                  </a:cubicBezTo>
                  <a:cubicBezTo>
                    <a:pt x="4179" y="5016"/>
                    <a:pt x="5351" y="3938"/>
                    <a:pt x="5402" y="2561"/>
                  </a:cubicBezTo>
                  <a:cubicBezTo>
                    <a:pt x="5454" y="1230"/>
                    <a:pt x="4280" y="56"/>
                    <a:pt x="2844" y="4"/>
                  </a:cubicBezTo>
                  <a:cubicBezTo>
                    <a:pt x="2802" y="1"/>
                    <a:pt x="2759" y="0"/>
                    <a:pt x="27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57"/>
            <p:cNvSpPr/>
            <p:nvPr/>
          </p:nvSpPr>
          <p:spPr>
            <a:xfrm>
              <a:off x="2045122" y="2209191"/>
              <a:ext cx="102944" cy="101350"/>
            </a:xfrm>
            <a:custGeom>
              <a:rect b="b" l="l" r="r" t="t"/>
              <a:pathLst>
                <a:path extrusionOk="0" h="4959" w="5037">
                  <a:moveTo>
                    <a:pt x="2636" y="0"/>
                  </a:moveTo>
                  <a:cubicBezTo>
                    <a:pt x="1410" y="0"/>
                    <a:pt x="0" y="1383"/>
                    <a:pt x="27" y="2558"/>
                  </a:cubicBezTo>
                  <a:cubicBezTo>
                    <a:pt x="53" y="3889"/>
                    <a:pt x="1123" y="4959"/>
                    <a:pt x="2427" y="4959"/>
                  </a:cubicBezTo>
                  <a:cubicBezTo>
                    <a:pt x="3837" y="4959"/>
                    <a:pt x="4985" y="3836"/>
                    <a:pt x="5037" y="2427"/>
                  </a:cubicBezTo>
                  <a:cubicBezTo>
                    <a:pt x="5011" y="1122"/>
                    <a:pt x="3967" y="52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57"/>
            <p:cNvSpPr/>
            <p:nvPr/>
          </p:nvSpPr>
          <p:spPr>
            <a:xfrm>
              <a:off x="2040850" y="2476923"/>
              <a:ext cx="93890" cy="96547"/>
            </a:xfrm>
            <a:custGeom>
              <a:rect b="b" l="l" r="r" t="t"/>
              <a:pathLst>
                <a:path extrusionOk="0" h="4724" w="4594">
                  <a:moveTo>
                    <a:pt x="2245" y="0"/>
                  </a:moveTo>
                  <a:cubicBezTo>
                    <a:pt x="1227" y="0"/>
                    <a:pt x="1" y="1357"/>
                    <a:pt x="1" y="2480"/>
                  </a:cubicBezTo>
                  <a:cubicBezTo>
                    <a:pt x="1" y="3706"/>
                    <a:pt x="1018" y="4698"/>
                    <a:pt x="2245" y="4724"/>
                  </a:cubicBezTo>
                  <a:cubicBezTo>
                    <a:pt x="3498" y="4619"/>
                    <a:pt x="4489" y="3602"/>
                    <a:pt x="4594" y="2349"/>
                  </a:cubicBezTo>
                  <a:cubicBezTo>
                    <a:pt x="4567" y="1070"/>
                    <a:pt x="3524" y="27"/>
                    <a:pt x="2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57"/>
            <p:cNvSpPr/>
            <p:nvPr/>
          </p:nvSpPr>
          <p:spPr>
            <a:xfrm>
              <a:off x="1876594" y="1619242"/>
              <a:ext cx="111671" cy="94994"/>
            </a:xfrm>
            <a:custGeom>
              <a:rect b="b" l="l" r="r" t="t"/>
              <a:pathLst>
                <a:path extrusionOk="0" h="4648" w="5464">
                  <a:moveTo>
                    <a:pt x="3217" y="0"/>
                  </a:moveTo>
                  <a:cubicBezTo>
                    <a:pt x="3172" y="0"/>
                    <a:pt x="3126" y="1"/>
                    <a:pt x="3080" y="4"/>
                  </a:cubicBezTo>
                  <a:cubicBezTo>
                    <a:pt x="1018" y="4"/>
                    <a:pt x="0" y="2536"/>
                    <a:pt x="1514" y="3997"/>
                  </a:cubicBezTo>
                  <a:cubicBezTo>
                    <a:pt x="1980" y="4447"/>
                    <a:pt x="2543" y="4648"/>
                    <a:pt x="3096" y="4648"/>
                  </a:cubicBezTo>
                  <a:cubicBezTo>
                    <a:pt x="4306" y="4648"/>
                    <a:pt x="5464" y="3682"/>
                    <a:pt x="5428" y="2248"/>
                  </a:cubicBezTo>
                  <a:cubicBezTo>
                    <a:pt x="5453" y="1015"/>
                    <a:pt x="4459" y="0"/>
                    <a:pt x="3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57"/>
            <p:cNvSpPr/>
            <p:nvPr/>
          </p:nvSpPr>
          <p:spPr>
            <a:xfrm>
              <a:off x="2162985" y="1615584"/>
              <a:ext cx="86430" cy="81627"/>
            </a:xfrm>
            <a:custGeom>
              <a:rect b="b" l="l" r="r" t="t"/>
              <a:pathLst>
                <a:path extrusionOk="0" h="3994" w="4229">
                  <a:moveTo>
                    <a:pt x="2088" y="1"/>
                  </a:moveTo>
                  <a:cubicBezTo>
                    <a:pt x="940" y="53"/>
                    <a:pt x="27" y="966"/>
                    <a:pt x="1" y="2088"/>
                  </a:cubicBezTo>
                  <a:cubicBezTo>
                    <a:pt x="27" y="3132"/>
                    <a:pt x="1044" y="3993"/>
                    <a:pt x="2271" y="3993"/>
                  </a:cubicBezTo>
                  <a:cubicBezTo>
                    <a:pt x="2287" y="3994"/>
                    <a:pt x="2303" y="3994"/>
                    <a:pt x="2318" y="3994"/>
                  </a:cubicBezTo>
                  <a:cubicBezTo>
                    <a:pt x="3367" y="3994"/>
                    <a:pt x="4228" y="3142"/>
                    <a:pt x="4202" y="2088"/>
                  </a:cubicBezTo>
                  <a:cubicBezTo>
                    <a:pt x="4228" y="1070"/>
                    <a:pt x="3158" y="1"/>
                    <a:pt x="20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57"/>
            <p:cNvSpPr/>
            <p:nvPr/>
          </p:nvSpPr>
          <p:spPr>
            <a:xfrm>
              <a:off x="3474991" y="3068915"/>
              <a:ext cx="70959" cy="71490"/>
            </a:xfrm>
            <a:custGeom>
              <a:rect b="b" l="l" r="r" t="t"/>
              <a:pathLst>
                <a:path extrusionOk="0" h="3498" w="3472">
                  <a:moveTo>
                    <a:pt x="1978" y="0"/>
                  </a:moveTo>
                  <a:cubicBezTo>
                    <a:pt x="1962" y="0"/>
                    <a:pt x="1947" y="0"/>
                    <a:pt x="1931" y="1"/>
                  </a:cubicBezTo>
                  <a:cubicBezTo>
                    <a:pt x="888" y="79"/>
                    <a:pt x="79" y="914"/>
                    <a:pt x="0" y="1958"/>
                  </a:cubicBezTo>
                  <a:cubicBezTo>
                    <a:pt x="26" y="2793"/>
                    <a:pt x="705" y="3472"/>
                    <a:pt x="1540" y="3498"/>
                  </a:cubicBezTo>
                  <a:cubicBezTo>
                    <a:pt x="2427" y="3472"/>
                    <a:pt x="3471" y="2402"/>
                    <a:pt x="3471" y="1488"/>
                  </a:cubicBezTo>
                  <a:cubicBezTo>
                    <a:pt x="3471" y="669"/>
                    <a:pt x="2792" y="0"/>
                    <a:pt x="19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57"/>
            <p:cNvSpPr/>
            <p:nvPr/>
          </p:nvSpPr>
          <p:spPr>
            <a:xfrm>
              <a:off x="2394072" y="1415051"/>
              <a:ext cx="82363" cy="70203"/>
            </a:xfrm>
            <a:custGeom>
              <a:rect b="b" l="l" r="r" t="t"/>
              <a:pathLst>
                <a:path extrusionOk="0" h="3435" w="4030">
                  <a:moveTo>
                    <a:pt x="2310" y="0"/>
                  </a:moveTo>
                  <a:cubicBezTo>
                    <a:pt x="791" y="0"/>
                    <a:pt x="1" y="1835"/>
                    <a:pt x="1089" y="2923"/>
                  </a:cubicBezTo>
                  <a:cubicBezTo>
                    <a:pt x="1442" y="3276"/>
                    <a:pt x="1873" y="3434"/>
                    <a:pt x="2295" y="3434"/>
                  </a:cubicBezTo>
                  <a:cubicBezTo>
                    <a:pt x="3183" y="3434"/>
                    <a:pt x="4030" y="2732"/>
                    <a:pt x="4012" y="1671"/>
                  </a:cubicBezTo>
                  <a:cubicBezTo>
                    <a:pt x="3986" y="757"/>
                    <a:pt x="3255" y="27"/>
                    <a:pt x="2342" y="1"/>
                  </a:cubicBezTo>
                  <a:cubicBezTo>
                    <a:pt x="2331" y="0"/>
                    <a:pt x="2320" y="0"/>
                    <a:pt x="2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57"/>
            <p:cNvSpPr/>
            <p:nvPr/>
          </p:nvSpPr>
          <p:spPr>
            <a:xfrm>
              <a:off x="3154980" y="2567052"/>
              <a:ext cx="70428" cy="69365"/>
            </a:xfrm>
            <a:custGeom>
              <a:rect b="b" l="l" r="r" t="t"/>
              <a:pathLst>
                <a:path extrusionOk="0" h="3394" w="3446">
                  <a:moveTo>
                    <a:pt x="1723" y="1"/>
                  </a:moveTo>
                  <a:cubicBezTo>
                    <a:pt x="758" y="1"/>
                    <a:pt x="1" y="784"/>
                    <a:pt x="27" y="1723"/>
                  </a:cubicBezTo>
                  <a:cubicBezTo>
                    <a:pt x="27" y="2672"/>
                    <a:pt x="808" y="3394"/>
                    <a:pt x="1727" y="3394"/>
                  </a:cubicBezTo>
                  <a:cubicBezTo>
                    <a:pt x="1743" y="3394"/>
                    <a:pt x="1759" y="3394"/>
                    <a:pt x="1775" y="3393"/>
                  </a:cubicBezTo>
                  <a:cubicBezTo>
                    <a:pt x="2715" y="3367"/>
                    <a:pt x="3445" y="2584"/>
                    <a:pt x="3419" y="1671"/>
                  </a:cubicBezTo>
                  <a:cubicBezTo>
                    <a:pt x="3419" y="731"/>
                    <a:pt x="2663" y="1"/>
                    <a:pt x="17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57"/>
            <p:cNvSpPr/>
            <p:nvPr/>
          </p:nvSpPr>
          <p:spPr>
            <a:xfrm>
              <a:off x="1313398" y="2692334"/>
              <a:ext cx="82138" cy="70469"/>
            </a:xfrm>
            <a:custGeom>
              <a:rect b="b" l="l" r="r" t="t"/>
              <a:pathLst>
                <a:path extrusionOk="0" h="3448" w="4019">
                  <a:moveTo>
                    <a:pt x="2289" y="1"/>
                  </a:moveTo>
                  <a:cubicBezTo>
                    <a:pt x="2257" y="1"/>
                    <a:pt x="2224" y="1"/>
                    <a:pt x="2192" y="3"/>
                  </a:cubicBezTo>
                  <a:cubicBezTo>
                    <a:pt x="0" y="212"/>
                    <a:pt x="183" y="3448"/>
                    <a:pt x="2375" y="3448"/>
                  </a:cubicBezTo>
                  <a:cubicBezTo>
                    <a:pt x="3288" y="3396"/>
                    <a:pt x="4019" y="2639"/>
                    <a:pt x="3993" y="1699"/>
                  </a:cubicBezTo>
                  <a:cubicBezTo>
                    <a:pt x="3993" y="740"/>
                    <a:pt x="3236" y="1"/>
                    <a:pt x="2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57"/>
            <p:cNvSpPr/>
            <p:nvPr/>
          </p:nvSpPr>
          <p:spPr>
            <a:xfrm>
              <a:off x="3238181" y="1672646"/>
              <a:ext cx="66156" cy="68833"/>
            </a:xfrm>
            <a:custGeom>
              <a:rect b="b" l="l" r="r" t="t"/>
              <a:pathLst>
                <a:path extrusionOk="0" h="3368" w="3237">
                  <a:moveTo>
                    <a:pt x="1645" y="1"/>
                  </a:moveTo>
                  <a:cubicBezTo>
                    <a:pt x="731" y="53"/>
                    <a:pt x="1" y="836"/>
                    <a:pt x="53" y="1775"/>
                  </a:cubicBezTo>
                  <a:cubicBezTo>
                    <a:pt x="27" y="2610"/>
                    <a:pt x="679" y="3315"/>
                    <a:pt x="1514" y="3367"/>
                  </a:cubicBezTo>
                  <a:cubicBezTo>
                    <a:pt x="2428" y="3367"/>
                    <a:pt x="3184" y="2610"/>
                    <a:pt x="3158" y="1671"/>
                  </a:cubicBezTo>
                  <a:cubicBezTo>
                    <a:pt x="3237" y="784"/>
                    <a:pt x="2532" y="27"/>
                    <a:pt x="16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57"/>
            <p:cNvSpPr/>
            <p:nvPr/>
          </p:nvSpPr>
          <p:spPr>
            <a:xfrm>
              <a:off x="2919254" y="3344127"/>
              <a:ext cx="67219" cy="66688"/>
            </a:xfrm>
            <a:custGeom>
              <a:rect b="b" l="l" r="r" t="t"/>
              <a:pathLst>
                <a:path extrusionOk="0" h="3263" w="3289">
                  <a:moveTo>
                    <a:pt x="1723" y="0"/>
                  </a:moveTo>
                  <a:cubicBezTo>
                    <a:pt x="809" y="79"/>
                    <a:pt x="105" y="809"/>
                    <a:pt x="53" y="1723"/>
                  </a:cubicBezTo>
                  <a:cubicBezTo>
                    <a:pt x="0" y="2558"/>
                    <a:pt x="679" y="3262"/>
                    <a:pt x="1514" y="3262"/>
                  </a:cubicBezTo>
                  <a:cubicBezTo>
                    <a:pt x="2480" y="3236"/>
                    <a:pt x="3262" y="2453"/>
                    <a:pt x="3289" y="1488"/>
                  </a:cubicBezTo>
                  <a:cubicBezTo>
                    <a:pt x="3236" y="653"/>
                    <a:pt x="2558" y="0"/>
                    <a:pt x="17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57"/>
            <p:cNvSpPr/>
            <p:nvPr/>
          </p:nvSpPr>
          <p:spPr>
            <a:xfrm>
              <a:off x="3587867" y="2409172"/>
              <a:ext cx="80749" cy="60842"/>
            </a:xfrm>
            <a:custGeom>
              <a:rect b="b" l="l" r="r" t="t"/>
              <a:pathLst>
                <a:path extrusionOk="0" h="2977" w="3951">
                  <a:moveTo>
                    <a:pt x="1968" y="1"/>
                  </a:moveTo>
                  <a:cubicBezTo>
                    <a:pt x="0" y="1"/>
                    <a:pt x="0" y="2977"/>
                    <a:pt x="1968" y="2977"/>
                  </a:cubicBezTo>
                  <a:cubicBezTo>
                    <a:pt x="1985" y="2977"/>
                    <a:pt x="2002" y="2977"/>
                    <a:pt x="2019" y="2976"/>
                  </a:cubicBezTo>
                  <a:cubicBezTo>
                    <a:pt x="3950" y="2924"/>
                    <a:pt x="3950" y="53"/>
                    <a:pt x="2019" y="1"/>
                  </a:cubicBezTo>
                  <a:cubicBezTo>
                    <a:pt x="2002" y="1"/>
                    <a:pt x="1985" y="1"/>
                    <a:pt x="19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57"/>
            <p:cNvSpPr/>
            <p:nvPr/>
          </p:nvSpPr>
          <p:spPr>
            <a:xfrm>
              <a:off x="1134202" y="3356369"/>
              <a:ext cx="62416" cy="61905"/>
            </a:xfrm>
            <a:custGeom>
              <a:rect b="b" l="l" r="r" t="t"/>
              <a:pathLst>
                <a:path extrusionOk="0" h="3029" w="3054">
                  <a:moveTo>
                    <a:pt x="1560" y="1"/>
                  </a:moveTo>
                  <a:cubicBezTo>
                    <a:pt x="1545" y="1"/>
                    <a:pt x="1529" y="1"/>
                    <a:pt x="1513" y="2"/>
                  </a:cubicBezTo>
                  <a:cubicBezTo>
                    <a:pt x="1498" y="1"/>
                    <a:pt x="1482" y="1"/>
                    <a:pt x="1467" y="1"/>
                  </a:cubicBezTo>
                  <a:cubicBezTo>
                    <a:pt x="653" y="1"/>
                    <a:pt x="0" y="670"/>
                    <a:pt x="26" y="1515"/>
                  </a:cubicBezTo>
                  <a:cubicBezTo>
                    <a:pt x="26" y="2324"/>
                    <a:pt x="704" y="3003"/>
                    <a:pt x="1540" y="3029"/>
                  </a:cubicBezTo>
                  <a:cubicBezTo>
                    <a:pt x="2375" y="2976"/>
                    <a:pt x="3027" y="2298"/>
                    <a:pt x="3053" y="1489"/>
                  </a:cubicBezTo>
                  <a:cubicBezTo>
                    <a:pt x="3027" y="670"/>
                    <a:pt x="2374" y="1"/>
                    <a:pt x="15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57"/>
            <p:cNvSpPr/>
            <p:nvPr/>
          </p:nvSpPr>
          <p:spPr>
            <a:xfrm>
              <a:off x="791792" y="2238499"/>
              <a:ext cx="61353" cy="61374"/>
            </a:xfrm>
            <a:custGeom>
              <a:rect b="b" l="l" r="r" t="t"/>
              <a:pathLst>
                <a:path extrusionOk="0" h="3003" w="3002">
                  <a:moveTo>
                    <a:pt x="1484" y="1"/>
                  </a:moveTo>
                  <a:cubicBezTo>
                    <a:pt x="1468" y="1"/>
                    <a:pt x="1452" y="1"/>
                    <a:pt x="1436" y="2"/>
                  </a:cubicBezTo>
                  <a:cubicBezTo>
                    <a:pt x="653" y="54"/>
                    <a:pt x="26" y="680"/>
                    <a:pt x="0" y="1463"/>
                  </a:cubicBezTo>
                  <a:cubicBezTo>
                    <a:pt x="0" y="2298"/>
                    <a:pt x="679" y="2976"/>
                    <a:pt x="1488" y="3003"/>
                  </a:cubicBezTo>
                  <a:cubicBezTo>
                    <a:pt x="2323" y="2976"/>
                    <a:pt x="3001" y="2298"/>
                    <a:pt x="2975" y="1463"/>
                  </a:cubicBezTo>
                  <a:cubicBezTo>
                    <a:pt x="2975" y="644"/>
                    <a:pt x="2298" y="1"/>
                    <a:pt x="14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57"/>
            <p:cNvSpPr/>
            <p:nvPr/>
          </p:nvSpPr>
          <p:spPr>
            <a:xfrm>
              <a:off x="2148045" y="1224124"/>
              <a:ext cx="61905" cy="60822"/>
            </a:xfrm>
            <a:custGeom>
              <a:rect b="b" l="l" r="r" t="t"/>
              <a:pathLst>
                <a:path extrusionOk="0" h="2976" w="3029">
                  <a:moveTo>
                    <a:pt x="1541" y="0"/>
                  </a:moveTo>
                  <a:cubicBezTo>
                    <a:pt x="706" y="0"/>
                    <a:pt x="27" y="679"/>
                    <a:pt x="1" y="1514"/>
                  </a:cubicBezTo>
                  <a:cubicBezTo>
                    <a:pt x="1" y="2333"/>
                    <a:pt x="679" y="2976"/>
                    <a:pt x="1492" y="2976"/>
                  </a:cubicBezTo>
                  <a:cubicBezTo>
                    <a:pt x="1508" y="2976"/>
                    <a:pt x="1524" y="2976"/>
                    <a:pt x="1541" y="2975"/>
                  </a:cubicBezTo>
                  <a:cubicBezTo>
                    <a:pt x="2376" y="2975"/>
                    <a:pt x="3028" y="2297"/>
                    <a:pt x="3002" y="1462"/>
                  </a:cubicBezTo>
                  <a:cubicBezTo>
                    <a:pt x="2950" y="679"/>
                    <a:pt x="2323" y="26"/>
                    <a:pt x="15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57"/>
          <p:cNvSpPr txBox="1"/>
          <p:nvPr>
            <p:ph idx="1" type="subTitle"/>
          </p:nvPr>
        </p:nvSpPr>
        <p:spPr>
          <a:xfrm>
            <a:off x="4006200" y="641025"/>
            <a:ext cx="4675500" cy="36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Computers, Algorithms, Pseudocode, Function calls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Data Types, Variables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Operators, Expressions and Statements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Keyword Arguments, Binary representation	</a:t>
            </a:r>
            <a:r>
              <a:rPr lang="en" sz="2000" u="sng"/>
              <a:t>&lt;- we are here</a:t>
            </a:r>
            <a:endParaRPr sz="2000" u="sng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AutoNum type="arabicPeriod"/>
            </a:pPr>
            <a:r>
              <a:rPr lang="en" sz="2000">
                <a:solidFill>
                  <a:srgbClr val="666666"/>
                </a:solidFill>
              </a:rPr>
              <a:t>Boolean logic</a:t>
            </a:r>
            <a:endParaRPr sz="2000">
              <a:solidFill>
                <a:srgbClr val="666666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AutoNum type="arabicPeriod"/>
            </a:pPr>
            <a:r>
              <a:rPr lang="en" sz="2000">
                <a:solidFill>
                  <a:srgbClr val="666666"/>
                </a:solidFill>
              </a:rPr>
              <a:t>Conditionals</a:t>
            </a:r>
            <a:endParaRPr sz="2000">
              <a:solidFill>
                <a:srgbClr val="666666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AutoNum type="arabicPeriod"/>
            </a:pPr>
            <a:r>
              <a:rPr lang="en" sz="2000">
                <a:solidFill>
                  <a:srgbClr val="666666"/>
                </a:solidFill>
              </a:rPr>
              <a:t>While loops</a:t>
            </a:r>
            <a:endParaRPr sz="200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58"/>
          <p:cNvGrpSpPr/>
          <p:nvPr/>
        </p:nvGrpSpPr>
        <p:grpSpPr>
          <a:xfrm>
            <a:off x="38200" y="961891"/>
            <a:ext cx="3968002" cy="4281983"/>
            <a:chOff x="38200" y="961891"/>
            <a:chExt cx="3968002" cy="4281983"/>
          </a:xfrm>
        </p:grpSpPr>
        <p:sp>
          <p:nvSpPr>
            <p:cNvPr id="516" name="Google Shape;516;p58"/>
            <p:cNvSpPr/>
            <p:nvPr/>
          </p:nvSpPr>
          <p:spPr>
            <a:xfrm>
              <a:off x="38200" y="961891"/>
              <a:ext cx="3968002" cy="3814128"/>
            </a:xfrm>
            <a:custGeom>
              <a:rect b="b" l="l" r="r" t="t"/>
              <a:pathLst>
                <a:path extrusionOk="0" h="186624" w="194153">
                  <a:moveTo>
                    <a:pt x="91829" y="1"/>
                  </a:moveTo>
                  <a:cubicBezTo>
                    <a:pt x="87007" y="1"/>
                    <a:pt x="82206" y="374"/>
                    <a:pt x="77426" y="1140"/>
                  </a:cubicBezTo>
                  <a:cubicBezTo>
                    <a:pt x="73434" y="1767"/>
                    <a:pt x="69571" y="2915"/>
                    <a:pt x="65657" y="3932"/>
                  </a:cubicBezTo>
                  <a:cubicBezTo>
                    <a:pt x="55401" y="6646"/>
                    <a:pt x="45850" y="10874"/>
                    <a:pt x="37526" y="17581"/>
                  </a:cubicBezTo>
                  <a:cubicBezTo>
                    <a:pt x="30793" y="22930"/>
                    <a:pt x="24713" y="29037"/>
                    <a:pt x="19389" y="35769"/>
                  </a:cubicBezTo>
                  <a:cubicBezTo>
                    <a:pt x="9107" y="48948"/>
                    <a:pt x="3653" y="64110"/>
                    <a:pt x="1487" y="80550"/>
                  </a:cubicBezTo>
                  <a:cubicBezTo>
                    <a:pt x="1227" y="82533"/>
                    <a:pt x="1227" y="84569"/>
                    <a:pt x="913" y="86552"/>
                  </a:cubicBezTo>
                  <a:cubicBezTo>
                    <a:pt x="365" y="90466"/>
                    <a:pt x="52" y="94407"/>
                    <a:pt x="0" y="98374"/>
                  </a:cubicBezTo>
                  <a:cubicBezTo>
                    <a:pt x="0" y="101114"/>
                    <a:pt x="130" y="103828"/>
                    <a:pt x="444" y="106542"/>
                  </a:cubicBezTo>
                  <a:cubicBezTo>
                    <a:pt x="1174" y="113587"/>
                    <a:pt x="3001" y="120477"/>
                    <a:pt x="5898" y="126922"/>
                  </a:cubicBezTo>
                  <a:cubicBezTo>
                    <a:pt x="10334" y="136708"/>
                    <a:pt x="16179" y="145790"/>
                    <a:pt x="23304" y="153827"/>
                  </a:cubicBezTo>
                  <a:cubicBezTo>
                    <a:pt x="28731" y="160038"/>
                    <a:pt x="34734" y="165597"/>
                    <a:pt x="41623" y="170111"/>
                  </a:cubicBezTo>
                  <a:cubicBezTo>
                    <a:pt x="52165" y="177027"/>
                    <a:pt x="63595" y="181880"/>
                    <a:pt x="75991" y="184359"/>
                  </a:cubicBezTo>
                  <a:cubicBezTo>
                    <a:pt x="80401" y="185273"/>
                    <a:pt x="84864" y="185951"/>
                    <a:pt x="89326" y="186343"/>
                  </a:cubicBezTo>
                  <a:cubicBezTo>
                    <a:pt x="91873" y="186532"/>
                    <a:pt x="94428" y="186624"/>
                    <a:pt x="96982" y="186624"/>
                  </a:cubicBezTo>
                  <a:cubicBezTo>
                    <a:pt x="99347" y="186624"/>
                    <a:pt x="101712" y="186545"/>
                    <a:pt x="104070" y="186395"/>
                  </a:cubicBezTo>
                  <a:cubicBezTo>
                    <a:pt x="108898" y="186108"/>
                    <a:pt x="113725" y="185821"/>
                    <a:pt x="118475" y="184855"/>
                  </a:cubicBezTo>
                  <a:cubicBezTo>
                    <a:pt x="128548" y="182820"/>
                    <a:pt x="138256" y="179741"/>
                    <a:pt x="147232" y="174704"/>
                  </a:cubicBezTo>
                  <a:cubicBezTo>
                    <a:pt x="155479" y="170007"/>
                    <a:pt x="162890" y="163979"/>
                    <a:pt x="169127" y="156828"/>
                  </a:cubicBezTo>
                  <a:cubicBezTo>
                    <a:pt x="176303" y="148739"/>
                    <a:pt x="181757" y="139527"/>
                    <a:pt x="186193" y="129715"/>
                  </a:cubicBezTo>
                  <a:cubicBezTo>
                    <a:pt x="189482" y="122460"/>
                    <a:pt x="192169" y="114997"/>
                    <a:pt x="193161" y="107011"/>
                  </a:cubicBezTo>
                  <a:cubicBezTo>
                    <a:pt x="193683" y="102810"/>
                    <a:pt x="194153" y="98582"/>
                    <a:pt x="193474" y="94329"/>
                  </a:cubicBezTo>
                  <a:cubicBezTo>
                    <a:pt x="193422" y="93885"/>
                    <a:pt x="193396" y="93415"/>
                    <a:pt x="193422" y="92946"/>
                  </a:cubicBezTo>
                  <a:cubicBezTo>
                    <a:pt x="193422" y="89553"/>
                    <a:pt x="193083" y="86135"/>
                    <a:pt x="192404" y="82794"/>
                  </a:cubicBezTo>
                  <a:cubicBezTo>
                    <a:pt x="190212" y="71573"/>
                    <a:pt x="186663" y="60665"/>
                    <a:pt x="181835" y="50279"/>
                  </a:cubicBezTo>
                  <a:cubicBezTo>
                    <a:pt x="174633" y="34882"/>
                    <a:pt x="162603" y="22252"/>
                    <a:pt x="147546" y="14345"/>
                  </a:cubicBezTo>
                  <a:cubicBezTo>
                    <a:pt x="139926" y="10404"/>
                    <a:pt x="132175" y="6751"/>
                    <a:pt x="123877" y="4402"/>
                  </a:cubicBezTo>
                  <a:cubicBezTo>
                    <a:pt x="114039" y="1636"/>
                    <a:pt x="103861" y="149"/>
                    <a:pt x="93632" y="18"/>
                  </a:cubicBezTo>
                  <a:cubicBezTo>
                    <a:pt x="93030" y="7"/>
                    <a:pt x="92430" y="1"/>
                    <a:pt x="91829" y="1"/>
                  </a:cubicBez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58"/>
            <p:cNvSpPr/>
            <p:nvPr/>
          </p:nvSpPr>
          <p:spPr>
            <a:xfrm>
              <a:off x="842457" y="4526681"/>
              <a:ext cx="2406945" cy="437526"/>
            </a:xfrm>
            <a:custGeom>
              <a:rect b="b" l="l" r="r" t="t"/>
              <a:pathLst>
                <a:path extrusionOk="0" h="21408" w="117771">
                  <a:moveTo>
                    <a:pt x="26325" y="1"/>
                  </a:moveTo>
                  <a:cubicBezTo>
                    <a:pt x="22846" y="1"/>
                    <a:pt x="19365" y="50"/>
                    <a:pt x="15893" y="123"/>
                  </a:cubicBezTo>
                  <a:cubicBezTo>
                    <a:pt x="15397" y="150"/>
                    <a:pt x="14901" y="176"/>
                    <a:pt x="14405" y="254"/>
                  </a:cubicBezTo>
                  <a:cubicBezTo>
                    <a:pt x="13362" y="384"/>
                    <a:pt x="12500" y="1063"/>
                    <a:pt x="12109" y="2028"/>
                  </a:cubicBezTo>
                  <a:cubicBezTo>
                    <a:pt x="11952" y="2368"/>
                    <a:pt x="11900" y="2785"/>
                    <a:pt x="11587" y="3020"/>
                  </a:cubicBezTo>
                  <a:cubicBezTo>
                    <a:pt x="10752" y="3672"/>
                    <a:pt x="10360" y="4612"/>
                    <a:pt x="9865" y="5473"/>
                  </a:cubicBezTo>
                  <a:cubicBezTo>
                    <a:pt x="8795" y="7378"/>
                    <a:pt x="7594" y="9205"/>
                    <a:pt x="6263" y="10927"/>
                  </a:cubicBezTo>
                  <a:cubicBezTo>
                    <a:pt x="4437" y="13276"/>
                    <a:pt x="2688" y="15624"/>
                    <a:pt x="653" y="17764"/>
                  </a:cubicBezTo>
                  <a:cubicBezTo>
                    <a:pt x="157" y="18234"/>
                    <a:pt x="0" y="18965"/>
                    <a:pt x="261" y="19591"/>
                  </a:cubicBezTo>
                  <a:cubicBezTo>
                    <a:pt x="470" y="20452"/>
                    <a:pt x="1227" y="21026"/>
                    <a:pt x="2114" y="21026"/>
                  </a:cubicBezTo>
                  <a:cubicBezTo>
                    <a:pt x="3406" y="21085"/>
                    <a:pt x="4698" y="21114"/>
                    <a:pt x="5989" y="21114"/>
                  </a:cubicBezTo>
                  <a:cubicBezTo>
                    <a:pt x="6420" y="21114"/>
                    <a:pt x="6851" y="21111"/>
                    <a:pt x="7281" y="21105"/>
                  </a:cubicBezTo>
                  <a:cubicBezTo>
                    <a:pt x="13701" y="21000"/>
                    <a:pt x="20146" y="20896"/>
                    <a:pt x="26566" y="20817"/>
                  </a:cubicBezTo>
                  <a:cubicBezTo>
                    <a:pt x="28308" y="20796"/>
                    <a:pt x="30049" y="20787"/>
                    <a:pt x="31789" y="20787"/>
                  </a:cubicBezTo>
                  <a:cubicBezTo>
                    <a:pt x="40689" y="20787"/>
                    <a:pt x="49576" y="21034"/>
                    <a:pt x="58481" y="21209"/>
                  </a:cubicBezTo>
                  <a:cubicBezTo>
                    <a:pt x="59708" y="21157"/>
                    <a:pt x="60908" y="21078"/>
                    <a:pt x="62135" y="21078"/>
                  </a:cubicBezTo>
                  <a:cubicBezTo>
                    <a:pt x="70120" y="21183"/>
                    <a:pt x="78105" y="21339"/>
                    <a:pt x="86090" y="21392"/>
                  </a:cubicBezTo>
                  <a:cubicBezTo>
                    <a:pt x="87118" y="21402"/>
                    <a:pt x="88145" y="21407"/>
                    <a:pt x="89172" y="21407"/>
                  </a:cubicBezTo>
                  <a:cubicBezTo>
                    <a:pt x="95713" y="21407"/>
                    <a:pt x="102253" y="21210"/>
                    <a:pt x="108794" y="21052"/>
                  </a:cubicBezTo>
                  <a:cubicBezTo>
                    <a:pt x="110125" y="21026"/>
                    <a:pt x="111482" y="20922"/>
                    <a:pt x="112813" y="20817"/>
                  </a:cubicBezTo>
                  <a:cubicBezTo>
                    <a:pt x="113909" y="20765"/>
                    <a:pt x="115005" y="20609"/>
                    <a:pt x="116048" y="20296"/>
                  </a:cubicBezTo>
                  <a:cubicBezTo>
                    <a:pt x="117405" y="19852"/>
                    <a:pt x="117771" y="18547"/>
                    <a:pt x="116779" y="17529"/>
                  </a:cubicBezTo>
                  <a:cubicBezTo>
                    <a:pt x="116336" y="17060"/>
                    <a:pt x="115918" y="16538"/>
                    <a:pt x="115527" y="15990"/>
                  </a:cubicBezTo>
                  <a:cubicBezTo>
                    <a:pt x="113204" y="12884"/>
                    <a:pt x="111299" y="9518"/>
                    <a:pt x="109368" y="6152"/>
                  </a:cubicBezTo>
                  <a:cubicBezTo>
                    <a:pt x="108611" y="4847"/>
                    <a:pt x="107828" y="3542"/>
                    <a:pt x="107385" y="2081"/>
                  </a:cubicBezTo>
                  <a:cubicBezTo>
                    <a:pt x="107045" y="932"/>
                    <a:pt x="106236" y="384"/>
                    <a:pt x="105062" y="332"/>
                  </a:cubicBezTo>
                  <a:cubicBezTo>
                    <a:pt x="104331" y="306"/>
                    <a:pt x="103627" y="254"/>
                    <a:pt x="102922" y="254"/>
                  </a:cubicBezTo>
                  <a:cubicBezTo>
                    <a:pt x="95816" y="235"/>
                    <a:pt x="88724" y="107"/>
                    <a:pt x="81636" y="107"/>
                  </a:cubicBezTo>
                  <a:cubicBezTo>
                    <a:pt x="78936" y="107"/>
                    <a:pt x="76237" y="125"/>
                    <a:pt x="73538" y="176"/>
                  </a:cubicBezTo>
                  <a:cubicBezTo>
                    <a:pt x="69115" y="254"/>
                    <a:pt x="64698" y="280"/>
                    <a:pt x="60285" y="280"/>
                  </a:cubicBezTo>
                  <a:cubicBezTo>
                    <a:pt x="55872" y="280"/>
                    <a:pt x="51461" y="254"/>
                    <a:pt x="47051" y="228"/>
                  </a:cubicBezTo>
                  <a:cubicBezTo>
                    <a:pt x="42798" y="202"/>
                    <a:pt x="38544" y="228"/>
                    <a:pt x="34316" y="97"/>
                  </a:cubicBezTo>
                  <a:cubicBezTo>
                    <a:pt x="31656" y="29"/>
                    <a:pt x="28991" y="1"/>
                    <a:pt x="26325" y="1"/>
                  </a:cubicBezTo>
                  <a:close/>
                </a:path>
              </a:pathLst>
            </a:custGeom>
            <a:solidFill>
              <a:srgbClr val="D4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58"/>
            <p:cNvSpPr/>
            <p:nvPr/>
          </p:nvSpPr>
          <p:spPr>
            <a:xfrm>
              <a:off x="751265" y="4888977"/>
              <a:ext cx="2537070" cy="354897"/>
            </a:xfrm>
            <a:custGeom>
              <a:rect b="b" l="l" r="r" t="t"/>
              <a:pathLst>
                <a:path extrusionOk="0" h="17365" w="124138">
                  <a:moveTo>
                    <a:pt x="40577" y="0"/>
                  </a:moveTo>
                  <a:cubicBezTo>
                    <a:pt x="39831" y="0"/>
                    <a:pt x="39084" y="4"/>
                    <a:pt x="38335" y="11"/>
                  </a:cubicBezTo>
                  <a:cubicBezTo>
                    <a:pt x="37448" y="11"/>
                    <a:pt x="36560" y="11"/>
                    <a:pt x="35673" y="37"/>
                  </a:cubicBezTo>
                  <a:cubicBezTo>
                    <a:pt x="32385" y="63"/>
                    <a:pt x="29097" y="89"/>
                    <a:pt x="25783" y="168"/>
                  </a:cubicBezTo>
                  <a:cubicBezTo>
                    <a:pt x="25365" y="168"/>
                    <a:pt x="24948" y="168"/>
                    <a:pt x="24504" y="194"/>
                  </a:cubicBezTo>
                  <a:lnTo>
                    <a:pt x="23121" y="220"/>
                  </a:lnTo>
                  <a:cubicBezTo>
                    <a:pt x="19259" y="298"/>
                    <a:pt x="15397" y="376"/>
                    <a:pt x="11508" y="481"/>
                  </a:cubicBezTo>
                  <a:cubicBezTo>
                    <a:pt x="10621" y="481"/>
                    <a:pt x="9734" y="507"/>
                    <a:pt x="8873" y="533"/>
                  </a:cubicBezTo>
                  <a:cubicBezTo>
                    <a:pt x="7359" y="585"/>
                    <a:pt x="5846" y="611"/>
                    <a:pt x="4332" y="664"/>
                  </a:cubicBezTo>
                  <a:cubicBezTo>
                    <a:pt x="1644" y="716"/>
                    <a:pt x="548" y="1760"/>
                    <a:pt x="235" y="4447"/>
                  </a:cubicBezTo>
                  <a:cubicBezTo>
                    <a:pt x="209" y="4656"/>
                    <a:pt x="209" y="4865"/>
                    <a:pt x="183" y="5048"/>
                  </a:cubicBezTo>
                  <a:cubicBezTo>
                    <a:pt x="0" y="7448"/>
                    <a:pt x="104" y="9849"/>
                    <a:pt x="444" y="12224"/>
                  </a:cubicBezTo>
                  <a:cubicBezTo>
                    <a:pt x="705" y="14181"/>
                    <a:pt x="1670" y="15277"/>
                    <a:pt x="3523" y="15695"/>
                  </a:cubicBezTo>
                  <a:cubicBezTo>
                    <a:pt x="3993" y="15799"/>
                    <a:pt x="4436" y="15904"/>
                    <a:pt x="4880" y="15982"/>
                  </a:cubicBezTo>
                  <a:cubicBezTo>
                    <a:pt x="6106" y="16165"/>
                    <a:pt x="7359" y="16295"/>
                    <a:pt x="8586" y="16373"/>
                  </a:cubicBezTo>
                  <a:cubicBezTo>
                    <a:pt x="9473" y="16425"/>
                    <a:pt x="10386" y="16452"/>
                    <a:pt x="11300" y="16452"/>
                  </a:cubicBezTo>
                  <a:lnTo>
                    <a:pt x="11456" y="16452"/>
                  </a:lnTo>
                  <a:cubicBezTo>
                    <a:pt x="15083" y="16504"/>
                    <a:pt x="18711" y="16530"/>
                    <a:pt x="22338" y="16608"/>
                  </a:cubicBezTo>
                  <a:cubicBezTo>
                    <a:pt x="23278" y="16634"/>
                    <a:pt x="24243" y="16660"/>
                    <a:pt x="25209" y="16713"/>
                  </a:cubicBezTo>
                  <a:cubicBezTo>
                    <a:pt x="25991" y="16713"/>
                    <a:pt x="26774" y="16765"/>
                    <a:pt x="27557" y="16791"/>
                  </a:cubicBezTo>
                  <a:cubicBezTo>
                    <a:pt x="29906" y="16921"/>
                    <a:pt x="32254" y="17000"/>
                    <a:pt x="34577" y="17078"/>
                  </a:cubicBezTo>
                  <a:cubicBezTo>
                    <a:pt x="35543" y="17130"/>
                    <a:pt x="36508" y="17156"/>
                    <a:pt x="37474" y="17182"/>
                  </a:cubicBezTo>
                  <a:cubicBezTo>
                    <a:pt x="40422" y="17261"/>
                    <a:pt x="43371" y="17313"/>
                    <a:pt x="46320" y="17339"/>
                  </a:cubicBezTo>
                  <a:cubicBezTo>
                    <a:pt x="47286" y="17365"/>
                    <a:pt x="48251" y="17365"/>
                    <a:pt x="49217" y="17365"/>
                  </a:cubicBezTo>
                  <a:lnTo>
                    <a:pt x="51513" y="17365"/>
                  </a:lnTo>
                  <a:cubicBezTo>
                    <a:pt x="54775" y="17339"/>
                    <a:pt x="58063" y="17313"/>
                    <a:pt x="61325" y="17287"/>
                  </a:cubicBezTo>
                  <a:cubicBezTo>
                    <a:pt x="62291" y="17287"/>
                    <a:pt x="63230" y="17261"/>
                    <a:pt x="64196" y="17261"/>
                  </a:cubicBezTo>
                  <a:cubicBezTo>
                    <a:pt x="67118" y="17208"/>
                    <a:pt x="70041" y="17156"/>
                    <a:pt x="72938" y="17104"/>
                  </a:cubicBezTo>
                  <a:cubicBezTo>
                    <a:pt x="73903" y="17104"/>
                    <a:pt x="74869" y="17078"/>
                    <a:pt x="75834" y="17026"/>
                  </a:cubicBezTo>
                  <a:cubicBezTo>
                    <a:pt x="76591" y="17026"/>
                    <a:pt x="77348" y="17026"/>
                    <a:pt x="78131" y="17000"/>
                  </a:cubicBezTo>
                  <a:cubicBezTo>
                    <a:pt x="80871" y="16921"/>
                    <a:pt x="83585" y="16843"/>
                    <a:pt x="86325" y="16765"/>
                  </a:cubicBezTo>
                  <a:cubicBezTo>
                    <a:pt x="87264" y="16739"/>
                    <a:pt x="88230" y="16713"/>
                    <a:pt x="89196" y="16686"/>
                  </a:cubicBezTo>
                  <a:cubicBezTo>
                    <a:pt x="92118" y="16582"/>
                    <a:pt x="95041" y="16478"/>
                    <a:pt x="97964" y="16373"/>
                  </a:cubicBezTo>
                  <a:cubicBezTo>
                    <a:pt x="98929" y="16321"/>
                    <a:pt x="99895" y="16295"/>
                    <a:pt x="100860" y="16243"/>
                  </a:cubicBezTo>
                  <a:cubicBezTo>
                    <a:pt x="103105" y="16165"/>
                    <a:pt x="105375" y="16060"/>
                    <a:pt x="107619" y="15930"/>
                  </a:cubicBezTo>
                  <a:cubicBezTo>
                    <a:pt x="108585" y="15904"/>
                    <a:pt x="109576" y="15851"/>
                    <a:pt x="110542" y="15799"/>
                  </a:cubicBezTo>
                  <a:cubicBezTo>
                    <a:pt x="110855" y="15773"/>
                    <a:pt x="111194" y="15773"/>
                    <a:pt x="111534" y="15747"/>
                  </a:cubicBezTo>
                  <a:cubicBezTo>
                    <a:pt x="113073" y="15669"/>
                    <a:pt x="114613" y="15538"/>
                    <a:pt x="116152" y="15356"/>
                  </a:cubicBezTo>
                  <a:cubicBezTo>
                    <a:pt x="117118" y="15251"/>
                    <a:pt x="118057" y="15121"/>
                    <a:pt x="119023" y="14990"/>
                  </a:cubicBezTo>
                  <a:cubicBezTo>
                    <a:pt x="119832" y="14860"/>
                    <a:pt x="120641" y="14755"/>
                    <a:pt x="121424" y="14625"/>
                  </a:cubicBezTo>
                  <a:cubicBezTo>
                    <a:pt x="122781" y="14390"/>
                    <a:pt x="123355" y="13920"/>
                    <a:pt x="123564" y="12511"/>
                  </a:cubicBezTo>
                  <a:cubicBezTo>
                    <a:pt x="124138" y="8884"/>
                    <a:pt x="123981" y="5178"/>
                    <a:pt x="123068" y="1629"/>
                  </a:cubicBezTo>
                  <a:cubicBezTo>
                    <a:pt x="122833" y="637"/>
                    <a:pt x="122285" y="246"/>
                    <a:pt x="121267" y="194"/>
                  </a:cubicBezTo>
                  <a:lnTo>
                    <a:pt x="119571" y="194"/>
                  </a:lnTo>
                  <a:cubicBezTo>
                    <a:pt x="118762" y="168"/>
                    <a:pt x="117927" y="168"/>
                    <a:pt x="117118" y="168"/>
                  </a:cubicBezTo>
                  <a:lnTo>
                    <a:pt x="117066" y="168"/>
                  </a:lnTo>
                  <a:cubicBezTo>
                    <a:pt x="115109" y="168"/>
                    <a:pt x="113178" y="194"/>
                    <a:pt x="111220" y="220"/>
                  </a:cubicBezTo>
                  <a:cubicBezTo>
                    <a:pt x="110359" y="246"/>
                    <a:pt x="109498" y="246"/>
                    <a:pt x="108637" y="246"/>
                  </a:cubicBezTo>
                  <a:cubicBezTo>
                    <a:pt x="107776" y="259"/>
                    <a:pt x="106915" y="266"/>
                    <a:pt x="106053" y="266"/>
                  </a:cubicBezTo>
                  <a:cubicBezTo>
                    <a:pt x="105192" y="266"/>
                    <a:pt x="104331" y="259"/>
                    <a:pt x="103470" y="246"/>
                  </a:cubicBezTo>
                  <a:cubicBezTo>
                    <a:pt x="102844" y="220"/>
                    <a:pt x="102191" y="220"/>
                    <a:pt x="101539" y="220"/>
                  </a:cubicBezTo>
                  <a:cubicBezTo>
                    <a:pt x="100652" y="194"/>
                    <a:pt x="99790" y="194"/>
                    <a:pt x="98929" y="194"/>
                  </a:cubicBezTo>
                  <a:cubicBezTo>
                    <a:pt x="95719" y="142"/>
                    <a:pt x="92510" y="142"/>
                    <a:pt x="89274" y="116"/>
                  </a:cubicBezTo>
                  <a:lnTo>
                    <a:pt x="76539" y="116"/>
                  </a:lnTo>
                  <a:cubicBezTo>
                    <a:pt x="75652" y="116"/>
                    <a:pt x="74765" y="142"/>
                    <a:pt x="73903" y="142"/>
                  </a:cubicBezTo>
                  <a:cubicBezTo>
                    <a:pt x="70433" y="194"/>
                    <a:pt x="67145" y="220"/>
                    <a:pt x="64274" y="246"/>
                  </a:cubicBezTo>
                  <a:lnTo>
                    <a:pt x="61664" y="246"/>
                  </a:lnTo>
                  <a:cubicBezTo>
                    <a:pt x="57333" y="168"/>
                    <a:pt x="53496" y="116"/>
                    <a:pt x="49817" y="63"/>
                  </a:cubicBezTo>
                  <a:cubicBezTo>
                    <a:pt x="48930" y="63"/>
                    <a:pt x="48069" y="63"/>
                    <a:pt x="47181" y="37"/>
                  </a:cubicBezTo>
                  <a:lnTo>
                    <a:pt x="45981" y="37"/>
                  </a:lnTo>
                  <a:cubicBezTo>
                    <a:pt x="44173" y="19"/>
                    <a:pt x="42377" y="0"/>
                    <a:pt x="40577" y="0"/>
                  </a:cubicBezTo>
                  <a:close/>
                </a:path>
              </a:pathLst>
            </a:custGeom>
            <a:solidFill>
              <a:srgbClr val="FFB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58"/>
            <p:cNvSpPr/>
            <p:nvPr/>
          </p:nvSpPr>
          <p:spPr>
            <a:xfrm>
              <a:off x="2753383" y="4892921"/>
              <a:ext cx="73085" cy="330699"/>
            </a:xfrm>
            <a:custGeom>
              <a:rect b="b" l="l" r="r" t="t"/>
              <a:pathLst>
                <a:path extrusionOk="0" h="16181" w="3576">
                  <a:moveTo>
                    <a:pt x="966" y="1"/>
                  </a:moveTo>
                  <a:cubicBezTo>
                    <a:pt x="966" y="131"/>
                    <a:pt x="966" y="288"/>
                    <a:pt x="940" y="444"/>
                  </a:cubicBezTo>
                  <a:cubicBezTo>
                    <a:pt x="784" y="2924"/>
                    <a:pt x="653" y="5403"/>
                    <a:pt x="497" y="7856"/>
                  </a:cubicBezTo>
                  <a:cubicBezTo>
                    <a:pt x="314" y="10622"/>
                    <a:pt x="157" y="13388"/>
                    <a:pt x="1" y="16180"/>
                  </a:cubicBezTo>
                  <a:cubicBezTo>
                    <a:pt x="966" y="16128"/>
                    <a:pt x="1932" y="16102"/>
                    <a:pt x="2897" y="16050"/>
                  </a:cubicBezTo>
                  <a:cubicBezTo>
                    <a:pt x="3080" y="11848"/>
                    <a:pt x="3263" y="7647"/>
                    <a:pt x="3445" y="3445"/>
                  </a:cubicBezTo>
                  <a:cubicBezTo>
                    <a:pt x="3498" y="2297"/>
                    <a:pt x="3576" y="1175"/>
                    <a:pt x="3576" y="27"/>
                  </a:cubicBezTo>
                  <a:cubicBezTo>
                    <a:pt x="2689" y="1"/>
                    <a:pt x="1827" y="1"/>
                    <a:pt x="9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58"/>
            <p:cNvSpPr/>
            <p:nvPr/>
          </p:nvSpPr>
          <p:spPr>
            <a:xfrm>
              <a:off x="2950728" y="4893453"/>
              <a:ext cx="73616" cy="321094"/>
            </a:xfrm>
            <a:custGeom>
              <a:rect b="b" l="l" r="r" t="t"/>
              <a:pathLst>
                <a:path extrusionOk="0" h="15711" w="3602">
                  <a:moveTo>
                    <a:pt x="3601" y="1"/>
                  </a:moveTo>
                  <a:cubicBezTo>
                    <a:pt x="2740" y="27"/>
                    <a:pt x="1879" y="27"/>
                    <a:pt x="1018" y="27"/>
                  </a:cubicBezTo>
                  <a:cubicBezTo>
                    <a:pt x="966" y="366"/>
                    <a:pt x="966" y="706"/>
                    <a:pt x="940" y="1019"/>
                  </a:cubicBezTo>
                  <a:cubicBezTo>
                    <a:pt x="705" y="4646"/>
                    <a:pt x="470" y="8273"/>
                    <a:pt x="235" y="11901"/>
                  </a:cubicBezTo>
                  <a:cubicBezTo>
                    <a:pt x="157" y="13153"/>
                    <a:pt x="78" y="14432"/>
                    <a:pt x="0" y="15711"/>
                  </a:cubicBezTo>
                  <a:cubicBezTo>
                    <a:pt x="966" y="15685"/>
                    <a:pt x="1957" y="15632"/>
                    <a:pt x="2923" y="15580"/>
                  </a:cubicBezTo>
                  <a:cubicBezTo>
                    <a:pt x="3132" y="10752"/>
                    <a:pt x="3366" y="5951"/>
                    <a:pt x="3575" y="1149"/>
                  </a:cubicBezTo>
                  <a:cubicBezTo>
                    <a:pt x="3575" y="758"/>
                    <a:pt x="3601" y="366"/>
                    <a:pt x="3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58"/>
            <p:cNvSpPr/>
            <p:nvPr/>
          </p:nvSpPr>
          <p:spPr>
            <a:xfrm>
              <a:off x="2515511" y="4891327"/>
              <a:ext cx="61905" cy="340284"/>
            </a:xfrm>
            <a:custGeom>
              <a:rect b="b" l="l" r="r" t="t"/>
              <a:pathLst>
                <a:path extrusionOk="0" h="16650" w="3029">
                  <a:moveTo>
                    <a:pt x="366" y="1"/>
                  </a:moveTo>
                  <a:cubicBezTo>
                    <a:pt x="288" y="5350"/>
                    <a:pt x="184" y="10700"/>
                    <a:pt x="27" y="16023"/>
                  </a:cubicBezTo>
                  <a:cubicBezTo>
                    <a:pt x="1" y="16232"/>
                    <a:pt x="1" y="16441"/>
                    <a:pt x="1" y="16650"/>
                  </a:cubicBezTo>
                  <a:cubicBezTo>
                    <a:pt x="940" y="16624"/>
                    <a:pt x="1906" y="16598"/>
                    <a:pt x="2872" y="16571"/>
                  </a:cubicBezTo>
                  <a:cubicBezTo>
                    <a:pt x="2976" y="11483"/>
                    <a:pt x="3028" y="6394"/>
                    <a:pt x="3002" y="1279"/>
                  </a:cubicBezTo>
                  <a:cubicBezTo>
                    <a:pt x="2976" y="862"/>
                    <a:pt x="2976" y="444"/>
                    <a:pt x="29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58"/>
            <p:cNvSpPr/>
            <p:nvPr/>
          </p:nvSpPr>
          <p:spPr>
            <a:xfrm>
              <a:off x="3125121" y="4892390"/>
              <a:ext cx="70959" cy="310425"/>
            </a:xfrm>
            <a:custGeom>
              <a:rect b="b" l="l" r="r" t="t"/>
              <a:pathLst>
                <a:path extrusionOk="0" h="15189" w="3472">
                  <a:moveTo>
                    <a:pt x="914" y="1"/>
                  </a:moveTo>
                  <a:cubicBezTo>
                    <a:pt x="888" y="183"/>
                    <a:pt x="888" y="392"/>
                    <a:pt x="888" y="575"/>
                  </a:cubicBezTo>
                  <a:cubicBezTo>
                    <a:pt x="575" y="5455"/>
                    <a:pt x="288" y="10335"/>
                    <a:pt x="0" y="15189"/>
                  </a:cubicBezTo>
                  <a:cubicBezTo>
                    <a:pt x="966" y="15084"/>
                    <a:pt x="1905" y="14954"/>
                    <a:pt x="2871" y="14823"/>
                  </a:cubicBezTo>
                  <a:cubicBezTo>
                    <a:pt x="3080" y="10152"/>
                    <a:pt x="3289" y="5481"/>
                    <a:pt x="3471" y="1097"/>
                  </a:cubicBezTo>
                  <a:cubicBezTo>
                    <a:pt x="3445" y="575"/>
                    <a:pt x="3445" y="288"/>
                    <a:pt x="3445" y="27"/>
                  </a:cubicBezTo>
                  <a:cubicBezTo>
                    <a:pt x="2610" y="1"/>
                    <a:pt x="1775" y="1"/>
                    <a:pt x="9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58"/>
            <p:cNvSpPr/>
            <p:nvPr/>
          </p:nvSpPr>
          <p:spPr>
            <a:xfrm>
              <a:off x="926721" y="4898787"/>
              <a:ext cx="59759" cy="326428"/>
            </a:xfrm>
            <a:custGeom>
              <a:rect b="b" l="l" r="r" t="t"/>
              <a:pathLst>
                <a:path extrusionOk="0" h="15972" w="2924">
                  <a:moveTo>
                    <a:pt x="2923" y="1"/>
                  </a:moveTo>
                  <a:cubicBezTo>
                    <a:pt x="2036" y="1"/>
                    <a:pt x="1149" y="27"/>
                    <a:pt x="288" y="53"/>
                  </a:cubicBezTo>
                  <a:cubicBezTo>
                    <a:pt x="235" y="3498"/>
                    <a:pt x="131" y="6916"/>
                    <a:pt x="53" y="10335"/>
                  </a:cubicBezTo>
                  <a:cubicBezTo>
                    <a:pt x="27" y="12188"/>
                    <a:pt x="1" y="14040"/>
                    <a:pt x="1" y="15893"/>
                  </a:cubicBezTo>
                  <a:cubicBezTo>
                    <a:pt x="888" y="15945"/>
                    <a:pt x="1801" y="15972"/>
                    <a:pt x="2715" y="15972"/>
                  </a:cubicBezTo>
                  <a:lnTo>
                    <a:pt x="2871" y="15972"/>
                  </a:lnTo>
                  <a:cubicBezTo>
                    <a:pt x="2897" y="10648"/>
                    <a:pt x="2897" y="5324"/>
                    <a:pt x="29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58"/>
            <p:cNvSpPr/>
            <p:nvPr/>
          </p:nvSpPr>
          <p:spPr>
            <a:xfrm>
              <a:off x="1207246" y="4892390"/>
              <a:ext cx="70959" cy="338159"/>
            </a:xfrm>
            <a:custGeom>
              <a:rect b="b" l="l" r="r" t="t"/>
              <a:pathLst>
                <a:path extrusionOk="0" h="16546" w="3472">
                  <a:moveTo>
                    <a:pt x="3472" y="1"/>
                  </a:moveTo>
                  <a:cubicBezTo>
                    <a:pt x="3054" y="1"/>
                    <a:pt x="2637" y="1"/>
                    <a:pt x="2219" y="27"/>
                  </a:cubicBezTo>
                  <a:lnTo>
                    <a:pt x="810" y="53"/>
                  </a:lnTo>
                  <a:cubicBezTo>
                    <a:pt x="706" y="1697"/>
                    <a:pt x="627" y="3315"/>
                    <a:pt x="549" y="4959"/>
                  </a:cubicBezTo>
                  <a:cubicBezTo>
                    <a:pt x="366" y="8873"/>
                    <a:pt x="184" y="12762"/>
                    <a:pt x="1" y="16441"/>
                  </a:cubicBezTo>
                  <a:cubicBezTo>
                    <a:pt x="967" y="16467"/>
                    <a:pt x="1932" y="16493"/>
                    <a:pt x="2898" y="16546"/>
                  </a:cubicBezTo>
                  <a:cubicBezTo>
                    <a:pt x="3080" y="11013"/>
                    <a:pt x="3289" y="5507"/>
                    <a:pt x="3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58"/>
            <p:cNvSpPr/>
            <p:nvPr/>
          </p:nvSpPr>
          <p:spPr>
            <a:xfrm>
              <a:off x="1457932" y="4889202"/>
              <a:ext cx="76804" cy="350953"/>
            </a:xfrm>
            <a:custGeom>
              <a:rect b="b" l="l" r="r" t="t"/>
              <a:pathLst>
                <a:path extrusionOk="0" h="17172" w="3758">
                  <a:moveTo>
                    <a:pt x="3758" y="0"/>
                  </a:moveTo>
                  <a:cubicBezTo>
                    <a:pt x="2871" y="0"/>
                    <a:pt x="1983" y="0"/>
                    <a:pt x="1096" y="26"/>
                  </a:cubicBezTo>
                  <a:cubicBezTo>
                    <a:pt x="939" y="2427"/>
                    <a:pt x="783" y="4828"/>
                    <a:pt x="626" y="7255"/>
                  </a:cubicBezTo>
                  <a:cubicBezTo>
                    <a:pt x="391" y="10673"/>
                    <a:pt x="183" y="14118"/>
                    <a:pt x="0" y="17067"/>
                  </a:cubicBezTo>
                  <a:cubicBezTo>
                    <a:pt x="966" y="17119"/>
                    <a:pt x="1931" y="17145"/>
                    <a:pt x="2897" y="17171"/>
                  </a:cubicBezTo>
                  <a:cubicBezTo>
                    <a:pt x="3184" y="11456"/>
                    <a:pt x="3471" y="5741"/>
                    <a:pt x="37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58"/>
            <p:cNvSpPr/>
            <p:nvPr/>
          </p:nvSpPr>
          <p:spPr>
            <a:xfrm>
              <a:off x="1697930" y="4889733"/>
              <a:ext cx="71470" cy="354141"/>
            </a:xfrm>
            <a:custGeom>
              <a:rect b="b" l="l" r="r" t="t"/>
              <a:pathLst>
                <a:path extrusionOk="0" h="17328" w="3497">
                  <a:moveTo>
                    <a:pt x="861" y="0"/>
                  </a:moveTo>
                  <a:cubicBezTo>
                    <a:pt x="574" y="5767"/>
                    <a:pt x="287" y="11535"/>
                    <a:pt x="0" y="17302"/>
                  </a:cubicBezTo>
                  <a:cubicBezTo>
                    <a:pt x="966" y="17328"/>
                    <a:pt x="1931" y="17328"/>
                    <a:pt x="2897" y="17328"/>
                  </a:cubicBezTo>
                  <a:cubicBezTo>
                    <a:pt x="2975" y="15527"/>
                    <a:pt x="3001" y="13727"/>
                    <a:pt x="3079" y="11952"/>
                  </a:cubicBezTo>
                  <a:cubicBezTo>
                    <a:pt x="3210" y="7881"/>
                    <a:pt x="3366" y="3810"/>
                    <a:pt x="3497" y="26"/>
                  </a:cubicBezTo>
                  <a:cubicBezTo>
                    <a:pt x="2610" y="26"/>
                    <a:pt x="1749" y="26"/>
                    <a:pt x="8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58"/>
            <p:cNvSpPr/>
            <p:nvPr/>
          </p:nvSpPr>
          <p:spPr>
            <a:xfrm>
              <a:off x="2242446" y="4891327"/>
              <a:ext cx="73105" cy="347213"/>
            </a:xfrm>
            <a:custGeom>
              <a:rect b="b" l="l" r="r" t="t"/>
              <a:pathLst>
                <a:path extrusionOk="0" h="16989" w="3577">
                  <a:moveTo>
                    <a:pt x="3576" y="1"/>
                  </a:moveTo>
                  <a:cubicBezTo>
                    <a:pt x="2689" y="1"/>
                    <a:pt x="1802" y="27"/>
                    <a:pt x="940" y="27"/>
                  </a:cubicBezTo>
                  <a:cubicBezTo>
                    <a:pt x="627" y="5585"/>
                    <a:pt x="314" y="11117"/>
                    <a:pt x="1" y="16676"/>
                  </a:cubicBezTo>
                  <a:cubicBezTo>
                    <a:pt x="1" y="16780"/>
                    <a:pt x="1" y="16885"/>
                    <a:pt x="1" y="16989"/>
                  </a:cubicBezTo>
                  <a:cubicBezTo>
                    <a:pt x="940" y="16989"/>
                    <a:pt x="1906" y="16963"/>
                    <a:pt x="2871" y="16937"/>
                  </a:cubicBezTo>
                  <a:cubicBezTo>
                    <a:pt x="2950" y="14640"/>
                    <a:pt x="3080" y="12370"/>
                    <a:pt x="3185" y="10100"/>
                  </a:cubicBezTo>
                  <a:cubicBezTo>
                    <a:pt x="3315" y="6733"/>
                    <a:pt x="3446" y="3393"/>
                    <a:pt x="35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58"/>
            <p:cNvSpPr/>
            <p:nvPr/>
          </p:nvSpPr>
          <p:spPr>
            <a:xfrm>
              <a:off x="2004594" y="4894004"/>
              <a:ext cx="61353" cy="348275"/>
            </a:xfrm>
            <a:custGeom>
              <a:rect b="b" l="l" r="r" t="t"/>
              <a:pathLst>
                <a:path extrusionOk="0" h="17041" w="3002">
                  <a:moveTo>
                    <a:pt x="339" y="0"/>
                  </a:moveTo>
                  <a:cubicBezTo>
                    <a:pt x="339" y="5350"/>
                    <a:pt x="131" y="10673"/>
                    <a:pt x="26" y="16023"/>
                  </a:cubicBezTo>
                  <a:cubicBezTo>
                    <a:pt x="0" y="16362"/>
                    <a:pt x="0" y="16701"/>
                    <a:pt x="0" y="17041"/>
                  </a:cubicBezTo>
                  <a:cubicBezTo>
                    <a:pt x="966" y="17041"/>
                    <a:pt x="1905" y="17015"/>
                    <a:pt x="2871" y="17015"/>
                  </a:cubicBezTo>
                  <a:cubicBezTo>
                    <a:pt x="2923" y="11743"/>
                    <a:pt x="2975" y="6472"/>
                    <a:pt x="3001" y="1200"/>
                  </a:cubicBezTo>
                  <a:lnTo>
                    <a:pt x="2975" y="1200"/>
                  </a:lnTo>
                  <a:cubicBezTo>
                    <a:pt x="2975" y="809"/>
                    <a:pt x="2949" y="418"/>
                    <a:pt x="29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58"/>
            <p:cNvSpPr/>
            <p:nvPr/>
          </p:nvSpPr>
          <p:spPr>
            <a:xfrm>
              <a:off x="38200" y="961891"/>
              <a:ext cx="3968002" cy="3814128"/>
            </a:xfrm>
            <a:custGeom>
              <a:rect b="b" l="l" r="r" t="t"/>
              <a:pathLst>
                <a:path extrusionOk="0" h="186624" w="194153">
                  <a:moveTo>
                    <a:pt x="91829" y="1"/>
                  </a:moveTo>
                  <a:cubicBezTo>
                    <a:pt x="87007" y="1"/>
                    <a:pt x="82206" y="374"/>
                    <a:pt x="77426" y="1140"/>
                  </a:cubicBezTo>
                  <a:cubicBezTo>
                    <a:pt x="73434" y="1767"/>
                    <a:pt x="69571" y="2915"/>
                    <a:pt x="65657" y="3932"/>
                  </a:cubicBezTo>
                  <a:cubicBezTo>
                    <a:pt x="55401" y="6646"/>
                    <a:pt x="45850" y="10874"/>
                    <a:pt x="37526" y="17581"/>
                  </a:cubicBezTo>
                  <a:cubicBezTo>
                    <a:pt x="30793" y="22930"/>
                    <a:pt x="24713" y="29037"/>
                    <a:pt x="19389" y="35769"/>
                  </a:cubicBezTo>
                  <a:cubicBezTo>
                    <a:pt x="9107" y="48948"/>
                    <a:pt x="3653" y="64110"/>
                    <a:pt x="1487" y="80550"/>
                  </a:cubicBezTo>
                  <a:cubicBezTo>
                    <a:pt x="1227" y="82533"/>
                    <a:pt x="1227" y="84569"/>
                    <a:pt x="913" y="86552"/>
                  </a:cubicBezTo>
                  <a:cubicBezTo>
                    <a:pt x="365" y="90466"/>
                    <a:pt x="52" y="94407"/>
                    <a:pt x="0" y="98374"/>
                  </a:cubicBezTo>
                  <a:cubicBezTo>
                    <a:pt x="0" y="101114"/>
                    <a:pt x="130" y="103828"/>
                    <a:pt x="444" y="106542"/>
                  </a:cubicBezTo>
                  <a:cubicBezTo>
                    <a:pt x="1174" y="113587"/>
                    <a:pt x="3001" y="120477"/>
                    <a:pt x="5898" y="126922"/>
                  </a:cubicBezTo>
                  <a:cubicBezTo>
                    <a:pt x="10334" y="136708"/>
                    <a:pt x="16179" y="145790"/>
                    <a:pt x="23304" y="153827"/>
                  </a:cubicBezTo>
                  <a:cubicBezTo>
                    <a:pt x="28731" y="160038"/>
                    <a:pt x="34734" y="165597"/>
                    <a:pt x="41623" y="170111"/>
                  </a:cubicBezTo>
                  <a:cubicBezTo>
                    <a:pt x="52165" y="177027"/>
                    <a:pt x="63595" y="181880"/>
                    <a:pt x="75991" y="184359"/>
                  </a:cubicBezTo>
                  <a:cubicBezTo>
                    <a:pt x="80401" y="185273"/>
                    <a:pt x="84864" y="185951"/>
                    <a:pt x="89326" y="186343"/>
                  </a:cubicBezTo>
                  <a:cubicBezTo>
                    <a:pt x="91873" y="186532"/>
                    <a:pt x="94428" y="186624"/>
                    <a:pt x="96982" y="186624"/>
                  </a:cubicBezTo>
                  <a:cubicBezTo>
                    <a:pt x="99347" y="186624"/>
                    <a:pt x="101712" y="186545"/>
                    <a:pt x="104070" y="186395"/>
                  </a:cubicBezTo>
                  <a:cubicBezTo>
                    <a:pt x="108898" y="186108"/>
                    <a:pt x="113725" y="185821"/>
                    <a:pt x="118475" y="184855"/>
                  </a:cubicBezTo>
                  <a:cubicBezTo>
                    <a:pt x="128548" y="182820"/>
                    <a:pt x="138256" y="179741"/>
                    <a:pt x="147232" y="174704"/>
                  </a:cubicBezTo>
                  <a:cubicBezTo>
                    <a:pt x="155479" y="170007"/>
                    <a:pt x="162890" y="163979"/>
                    <a:pt x="169127" y="156828"/>
                  </a:cubicBezTo>
                  <a:cubicBezTo>
                    <a:pt x="176303" y="148739"/>
                    <a:pt x="181757" y="139527"/>
                    <a:pt x="186193" y="129715"/>
                  </a:cubicBezTo>
                  <a:cubicBezTo>
                    <a:pt x="189482" y="122460"/>
                    <a:pt x="192169" y="114997"/>
                    <a:pt x="193161" y="107011"/>
                  </a:cubicBezTo>
                  <a:cubicBezTo>
                    <a:pt x="193683" y="102810"/>
                    <a:pt x="194153" y="98582"/>
                    <a:pt x="193474" y="94329"/>
                  </a:cubicBezTo>
                  <a:cubicBezTo>
                    <a:pt x="193422" y="93885"/>
                    <a:pt x="193396" y="93415"/>
                    <a:pt x="193422" y="92946"/>
                  </a:cubicBezTo>
                  <a:cubicBezTo>
                    <a:pt x="193422" y="89553"/>
                    <a:pt x="193083" y="86135"/>
                    <a:pt x="192404" y="82794"/>
                  </a:cubicBezTo>
                  <a:cubicBezTo>
                    <a:pt x="190212" y="71573"/>
                    <a:pt x="186663" y="60665"/>
                    <a:pt x="181835" y="50279"/>
                  </a:cubicBezTo>
                  <a:cubicBezTo>
                    <a:pt x="174633" y="34882"/>
                    <a:pt x="162603" y="22252"/>
                    <a:pt x="147546" y="14345"/>
                  </a:cubicBezTo>
                  <a:cubicBezTo>
                    <a:pt x="139926" y="10404"/>
                    <a:pt x="132175" y="6751"/>
                    <a:pt x="123877" y="4402"/>
                  </a:cubicBezTo>
                  <a:cubicBezTo>
                    <a:pt x="114039" y="1636"/>
                    <a:pt x="103861" y="149"/>
                    <a:pt x="93632" y="18"/>
                  </a:cubicBezTo>
                  <a:cubicBezTo>
                    <a:pt x="93030" y="7"/>
                    <a:pt x="92430" y="1"/>
                    <a:pt x="91829" y="1"/>
                  </a:cubicBezTo>
                  <a:close/>
                </a:path>
              </a:pathLst>
            </a:custGeom>
            <a:solidFill>
              <a:srgbClr val="000000">
                <a:alpha val="2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58"/>
            <p:cNvSpPr/>
            <p:nvPr/>
          </p:nvSpPr>
          <p:spPr>
            <a:xfrm>
              <a:off x="1378451" y="1528398"/>
              <a:ext cx="1401093" cy="2682994"/>
            </a:xfrm>
            <a:custGeom>
              <a:rect b="b" l="l" r="r" t="t"/>
              <a:pathLst>
                <a:path extrusionOk="0" h="131278" w="68555">
                  <a:moveTo>
                    <a:pt x="34469" y="0"/>
                  </a:moveTo>
                  <a:cubicBezTo>
                    <a:pt x="33844" y="0"/>
                    <a:pt x="33217" y="39"/>
                    <a:pt x="32594" y="117"/>
                  </a:cubicBezTo>
                  <a:cubicBezTo>
                    <a:pt x="26149" y="874"/>
                    <a:pt x="21999" y="4006"/>
                    <a:pt x="20042" y="10321"/>
                  </a:cubicBezTo>
                  <a:cubicBezTo>
                    <a:pt x="18477" y="15410"/>
                    <a:pt x="19651" y="21203"/>
                    <a:pt x="24583" y="24700"/>
                  </a:cubicBezTo>
                  <a:cubicBezTo>
                    <a:pt x="25183" y="25143"/>
                    <a:pt x="25757" y="25639"/>
                    <a:pt x="26436" y="26161"/>
                  </a:cubicBezTo>
                  <a:cubicBezTo>
                    <a:pt x="18242" y="30128"/>
                    <a:pt x="13466" y="36365"/>
                    <a:pt x="12866" y="45341"/>
                  </a:cubicBezTo>
                  <a:cubicBezTo>
                    <a:pt x="12266" y="54318"/>
                    <a:pt x="16232" y="61130"/>
                    <a:pt x="23826" y="66218"/>
                  </a:cubicBezTo>
                  <a:cubicBezTo>
                    <a:pt x="15867" y="69037"/>
                    <a:pt x="9708" y="73890"/>
                    <a:pt x="5533" y="81093"/>
                  </a:cubicBezTo>
                  <a:cubicBezTo>
                    <a:pt x="1332" y="88269"/>
                    <a:pt x="1" y="96020"/>
                    <a:pt x="1566" y="104188"/>
                  </a:cubicBezTo>
                  <a:cubicBezTo>
                    <a:pt x="4280" y="118436"/>
                    <a:pt x="15919" y="129292"/>
                    <a:pt x="30350" y="131040"/>
                  </a:cubicBezTo>
                  <a:cubicBezTo>
                    <a:pt x="31679" y="131199"/>
                    <a:pt x="33003" y="131277"/>
                    <a:pt x="34318" y="131277"/>
                  </a:cubicBezTo>
                  <a:cubicBezTo>
                    <a:pt x="47250" y="131277"/>
                    <a:pt x="59194" y="123742"/>
                    <a:pt x="64666" y="111756"/>
                  </a:cubicBezTo>
                  <a:cubicBezTo>
                    <a:pt x="67667" y="105153"/>
                    <a:pt x="68554" y="98264"/>
                    <a:pt x="66989" y="91192"/>
                  </a:cubicBezTo>
                  <a:cubicBezTo>
                    <a:pt x="64379" y="79266"/>
                    <a:pt x="57124" y="71176"/>
                    <a:pt x="45903" y="66505"/>
                  </a:cubicBezTo>
                  <a:cubicBezTo>
                    <a:pt x="53915" y="61364"/>
                    <a:pt x="58142" y="54292"/>
                    <a:pt x="57281" y="44846"/>
                  </a:cubicBezTo>
                  <a:cubicBezTo>
                    <a:pt x="56446" y="35321"/>
                    <a:pt x="50992" y="29084"/>
                    <a:pt x="42224" y="25535"/>
                  </a:cubicBezTo>
                  <a:cubicBezTo>
                    <a:pt x="43059" y="24830"/>
                    <a:pt x="43868" y="24073"/>
                    <a:pt x="44651" y="23290"/>
                  </a:cubicBezTo>
                  <a:cubicBezTo>
                    <a:pt x="51879" y="15305"/>
                    <a:pt x="47913" y="4397"/>
                    <a:pt x="40006" y="1083"/>
                  </a:cubicBezTo>
                  <a:cubicBezTo>
                    <a:pt x="38241" y="357"/>
                    <a:pt x="36359" y="0"/>
                    <a:pt x="344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58"/>
            <p:cNvSpPr/>
            <p:nvPr/>
          </p:nvSpPr>
          <p:spPr>
            <a:xfrm>
              <a:off x="288314" y="1647773"/>
              <a:ext cx="539754" cy="1439842"/>
            </a:xfrm>
            <a:custGeom>
              <a:rect b="b" l="l" r="r" t="t"/>
              <a:pathLst>
                <a:path extrusionOk="0" h="70451" w="26410">
                  <a:moveTo>
                    <a:pt x="25867" y="1"/>
                  </a:moveTo>
                  <a:cubicBezTo>
                    <a:pt x="25711" y="1"/>
                    <a:pt x="25559" y="112"/>
                    <a:pt x="25418" y="200"/>
                  </a:cubicBezTo>
                  <a:cubicBezTo>
                    <a:pt x="24453" y="879"/>
                    <a:pt x="23487" y="1531"/>
                    <a:pt x="22574" y="2288"/>
                  </a:cubicBezTo>
                  <a:cubicBezTo>
                    <a:pt x="7856" y="14396"/>
                    <a:pt x="471" y="30028"/>
                    <a:pt x="1" y="48999"/>
                  </a:cubicBezTo>
                  <a:cubicBezTo>
                    <a:pt x="27" y="50904"/>
                    <a:pt x="131" y="52809"/>
                    <a:pt x="288" y="54688"/>
                  </a:cubicBezTo>
                  <a:cubicBezTo>
                    <a:pt x="653" y="59647"/>
                    <a:pt x="1775" y="64500"/>
                    <a:pt x="3576" y="69119"/>
                  </a:cubicBezTo>
                  <a:cubicBezTo>
                    <a:pt x="3782" y="69659"/>
                    <a:pt x="3835" y="70451"/>
                    <a:pt x="4509" y="70451"/>
                  </a:cubicBezTo>
                  <a:cubicBezTo>
                    <a:pt x="4520" y="70451"/>
                    <a:pt x="4530" y="70451"/>
                    <a:pt x="4542" y="70450"/>
                  </a:cubicBezTo>
                  <a:cubicBezTo>
                    <a:pt x="5377" y="70424"/>
                    <a:pt x="5272" y="69511"/>
                    <a:pt x="5351" y="68963"/>
                  </a:cubicBezTo>
                  <a:cubicBezTo>
                    <a:pt x="5820" y="65831"/>
                    <a:pt x="6238" y="62726"/>
                    <a:pt x="6655" y="59594"/>
                  </a:cubicBezTo>
                  <a:cubicBezTo>
                    <a:pt x="7308" y="54714"/>
                    <a:pt x="7804" y="49834"/>
                    <a:pt x="8900" y="45033"/>
                  </a:cubicBezTo>
                  <a:cubicBezTo>
                    <a:pt x="9865" y="40857"/>
                    <a:pt x="11092" y="36760"/>
                    <a:pt x="12344" y="32663"/>
                  </a:cubicBezTo>
                  <a:cubicBezTo>
                    <a:pt x="15345" y="22643"/>
                    <a:pt x="19129" y="12987"/>
                    <a:pt x="24505" y="3984"/>
                  </a:cubicBezTo>
                  <a:cubicBezTo>
                    <a:pt x="25105" y="2966"/>
                    <a:pt x="25627" y="1896"/>
                    <a:pt x="26175" y="879"/>
                  </a:cubicBezTo>
                  <a:cubicBezTo>
                    <a:pt x="26332" y="592"/>
                    <a:pt x="26410" y="304"/>
                    <a:pt x="26097" y="96"/>
                  </a:cubicBezTo>
                  <a:cubicBezTo>
                    <a:pt x="26020" y="27"/>
                    <a:pt x="25943" y="1"/>
                    <a:pt x="258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58"/>
            <p:cNvSpPr/>
            <p:nvPr/>
          </p:nvSpPr>
          <p:spPr>
            <a:xfrm>
              <a:off x="908061" y="1155066"/>
              <a:ext cx="994141" cy="408382"/>
            </a:xfrm>
            <a:custGeom>
              <a:rect b="b" l="l" r="r" t="t"/>
              <a:pathLst>
                <a:path extrusionOk="0" h="19982" w="48643">
                  <a:moveTo>
                    <a:pt x="39071" y="1"/>
                  </a:moveTo>
                  <a:cubicBezTo>
                    <a:pt x="36858" y="1"/>
                    <a:pt x="34645" y="155"/>
                    <a:pt x="32437" y="509"/>
                  </a:cubicBezTo>
                  <a:cubicBezTo>
                    <a:pt x="23199" y="1970"/>
                    <a:pt x="14744" y="5310"/>
                    <a:pt x="7411" y="11286"/>
                  </a:cubicBezTo>
                  <a:cubicBezTo>
                    <a:pt x="4802" y="13452"/>
                    <a:pt x="2453" y="15957"/>
                    <a:pt x="418" y="18671"/>
                  </a:cubicBezTo>
                  <a:cubicBezTo>
                    <a:pt x="339" y="18776"/>
                    <a:pt x="261" y="18880"/>
                    <a:pt x="209" y="18985"/>
                  </a:cubicBezTo>
                  <a:cubicBezTo>
                    <a:pt x="26" y="19193"/>
                    <a:pt x="0" y="19454"/>
                    <a:pt x="105" y="19689"/>
                  </a:cubicBezTo>
                  <a:cubicBezTo>
                    <a:pt x="228" y="19919"/>
                    <a:pt x="412" y="19981"/>
                    <a:pt x="607" y="19981"/>
                  </a:cubicBezTo>
                  <a:cubicBezTo>
                    <a:pt x="699" y="19981"/>
                    <a:pt x="795" y="19967"/>
                    <a:pt x="887" y="19950"/>
                  </a:cubicBezTo>
                  <a:cubicBezTo>
                    <a:pt x="1540" y="19767"/>
                    <a:pt x="2166" y="19506"/>
                    <a:pt x="2740" y="19167"/>
                  </a:cubicBezTo>
                  <a:cubicBezTo>
                    <a:pt x="8873" y="16114"/>
                    <a:pt x="15031" y="13139"/>
                    <a:pt x="21373" y="10582"/>
                  </a:cubicBezTo>
                  <a:cubicBezTo>
                    <a:pt x="29697" y="7320"/>
                    <a:pt x="38204" y="4527"/>
                    <a:pt x="46842" y="2257"/>
                  </a:cubicBezTo>
                  <a:cubicBezTo>
                    <a:pt x="47338" y="2127"/>
                    <a:pt x="47808" y="1970"/>
                    <a:pt x="48277" y="1813"/>
                  </a:cubicBezTo>
                  <a:cubicBezTo>
                    <a:pt x="48486" y="1735"/>
                    <a:pt x="48643" y="1552"/>
                    <a:pt x="48617" y="1318"/>
                  </a:cubicBezTo>
                  <a:cubicBezTo>
                    <a:pt x="48591" y="1083"/>
                    <a:pt x="48382" y="874"/>
                    <a:pt x="48121" y="822"/>
                  </a:cubicBezTo>
                  <a:cubicBezTo>
                    <a:pt x="47625" y="691"/>
                    <a:pt x="47129" y="587"/>
                    <a:pt x="46633" y="535"/>
                  </a:cubicBezTo>
                  <a:cubicBezTo>
                    <a:pt x="44117" y="201"/>
                    <a:pt x="41594" y="1"/>
                    <a:pt x="39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58"/>
            <p:cNvSpPr/>
            <p:nvPr/>
          </p:nvSpPr>
          <p:spPr>
            <a:xfrm>
              <a:off x="615253" y="3991239"/>
              <a:ext cx="2784017" cy="801048"/>
            </a:xfrm>
            <a:custGeom>
              <a:rect b="b" l="l" r="r" t="t"/>
              <a:pathLst>
                <a:path extrusionOk="0" h="39195" w="136221">
                  <a:moveTo>
                    <a:pt x="64108" y="1"/>
                  </a:moveTo>
                  <a:cubicBezTo>
                    <a:pt x="63174" y="1"/>
                    <a:pt x="62239" y="10"/>
                    <a:pt x="61300" y="44"/>
                  </a:cubicBezTo>
                  <a:cubicBezTo>
                    <a:pt x="54619" y="227"/>
                    <a:pt x="47939" y="748"/>
                    <a:pt x="41310" y="1531"/>
                  </a:cubicBezTo>
                  <a:cubicBezTo>
                    <a:pt x="36430" y="2132"/>
                    <a:pt x="31550" y="2810"/>
                    <a:pt x="26749" y="3958"/>
                  </a:cubicBezTo>
                  <a:cubicBezTo>
                    <a:pt x="19103" y="5759"/>
                    <a:pt x="11692" y="8368"/>
                    <a:pt x="4280" y="11004"/>
                  </a:cubicBezTo>
                  <a:cubicBezTo>
                    <a:pt x="3367" y="11317"/>
                    <a:pt x="2480" y="11709"/>
                    <a:pt x="1619" y="12100"/>
                  </a:cubicBezTo>
                  <a:cubicBezTo>
                    <a:pt x="157" y="12753"/>
                    <a:pt x="1" y="13770"/>
                    <a:pt x="1201" y="14788"/>
                  </a:cubicBezTo>
                  <a:cubicBezTo>
                    <a:pt x="2610" y="16067"/>
                    <a:pt x="4098" y="17215"/>
                    <a:pt x="5690" y="18259"/>
                  </a:cubicBezTo>
                  <a:cubicBezTo>
                    <a:pt x="9917" y="20921"/>
                    <a:pt x="14197" y="23530"/>
                    <a:pt x="18581" y="25931"/>
                  </a:cubicBezTo>
                  <a:cubicBezTo>
                    <a:pt x="24244" y="29010"/>
                    <a:pt x="30037" y="31829"/>
                    <a:pt x="36169" y="33812"/>
                  </a:cubicBezTo>
                  <a:cubicBezTo>
                    <a:pt x="47041" y="37369"/>
                    <a:pt x="58401" y="39194"/>
                    <a:pt x="69848" y="39194"/>
                  </a:cubicBezTo>
                  <a:cubicBezTo>
                    <a:pt x="70243" y="39194"/>
                    <a:pt x="70638" y="39192"/>
                    <a:pt x="71033" y="39188"/>
                  </a:cubicBezTo>
                  <a:cubicBezTo>
                    <a:pt x="74295" y="39162"/>
                    <a:pt x="77583" y="38927"/>
                    <a:pt x="80819" y="38457"/>
                  </a:cubicBezTo>
                  <a:cubicBezTo>
                    <a:pt x="85882" y="37648"/>
                    <a:pt x="90918" y="36604"/>
                    <a:pt x="95851" y="35273"/>
                  </a:cubicBezTo>
                  <a:cubicBezTo>
                    <a:pt x="100939" y="33942"/>
                    <a:pt x="106028" y="32664"/>
                    <a:pt x="110934" y="30733"/>
                  </a:cubicBezTo>
                  <a:cubicBezTo>
                    <a:pt x="116571" y="28488"/>
                    <a:pt x="121842" y="25540"/>
                    <a:pt x="127139" y="22565"/>
                  </a:cubicBezTo>
                  <a:cubicBezTo>
                    <a:pt x="129384" y="21338"/>
                    <a:pt x="131497" y="19877"/>
                    <a:pt x="133481" y="18259"/>
                  </a:cubicBezTo>
                  <a:cubicBezTo>
                    <a:pt x="134211" y="17659"/>
                    <a:pt x="134864" y="17006"/>
                    <a:pt x="135438" y="16276"/>
                  </a:cubicBezTo>
                  <a:cubicBezTo>
                    <a:pt x="136221" y="15258"/>
                    <a:pt x="136090" y="14710"/>
                    <a:pt x="134942" y="14110"/>
                  </a:cubicBezTo>
                  <a:cubicBezTo>
                    <a:pt x="132515" y="12857"/>
                    <a:pt x="130010" y="11761"/>
                    <a:pt x="127426" y="10848"/>
                  </a:cubicBezTo>
                  <a:cubicBezTo>
                    <a:pt x="121503" y="8708"/>
                    <a:pt x="115422" y="7064"/>
                    <a:pt x="109342" y="5367"/>
                  </a:cubicBezTo>
                  <a:cubicBezTo>
                    <a:pt x="101931" y="3280"/>
                    <a:pt x="94389" y="1766"/>
                    <a:pt x="86743" y="827"/>
                  </a:cubicBezTo>
                  <a:cubicBezTo>
                    <a:pt x="81263" y="187"/>
                    <a:pt x="75743" y="8"/>
                    <a:pt x="70218" y="8"/>
                  </a:cubicBezTo>
                  <a:cubicBezTo>
                    <a:pt x="69429" y="8"/>
                    <a:pt x="68639" y="11"/>
                    <a:pt x="67850" y="18"/>
                  </a:cubicBezTo>
                  <a:cubicBezTo>
                    <a:pt x="66597" y="18"/>
                    <a:pt x="65353" y="1"/>
                    <a:pt x="64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58"/>
            <p:cNvSpPr/>
            <p:nvPr/>
          </p:nvSpPr>
          <p:spPr>
            <a:xfrm>
              <a:off x="2503249" y="2006492"/>
              <a:ext cx="505624" cy="448521"/>
            </a:xfrm>
            <a:custGeom>
              <a:rect b="b" l="l" r="r" t="t"/>
              <a:pathLst>
                <a:path extrusionOk="0" h="21946" w="24740">
                  <a:moveTo>
                    <a:pt x="13042" y="1"/>
                  </a:moveTo>
                  <a:cubicBezTo>
                    <a:pt x="12282" y="1"/>
                    <a:pt x="11583" y="491"/>
                    <a:pt x="11405" y="1254"/>
                  </a:cubicBezTo>
                  <a:cubicBezTo>
                    <a:pt x="11352" y="1437"/>
                    <a:pt x="11326" y="1646"/>
                    <a:pt x="11300" y="1855"/>
                  </a:cubicBezTo>
                  <a:cubicBezTo>
                    <a:pt x="10778" y="4621"/>
                    <a:pt x="10256" y="7387"/>
                    <a:pt x="9969" y="10205"/>
                  </a:cubicBezTo>
                  <a:cubicBezTo>
                    <a:pt x="9917" y="10832"/>
                    <a:pt x="9578" y="11406"/>
                    <a:pt x="9056" y="11745"/>
                  </a:cubicBezTo>
                  <a:cubicBezTo>
                    <a:pt x="6316" y="13911"/>
                    <a:pt x="3759" y="16286"/>
                    <a:pt x="1149" y="18608"/>
                  </a:cubicBezTo>
                  <a:cubicBezTo>
                    <a:pt x="914" y="18817"/>
                    <a:pt x="679" y="19052"/>
                    <a:pt x="470" y="19339"/>
                  </a:cubicBezTo>
                  <a:cubicBezTo>
                    <a:pt x="1" y="19913"/>
                    <a:pt x="1" y="20748"/>
                    <a:pt x="470" y="21322"/>
                  </a:cubicBezTo>
                  <a:cubicBezTo>
                    <a:pt x="773" y="21726"/>
                    <a:pt x="1250" y="21945"/>
                    <a:pt x="1732" y="21945"/>
                  </a:cubicBezTo>
                  <a:cubicBezTo>
                    <a:pt x="1998" y="21945"/>
                    <a:pt x="2265" y="21879"/>
                    <a:pt x="2506" y="21740"/>
                  </a:cubicBezTo>
                  <a:cubicBezTo>
                    <a:pt x="2871" y="21531"/>
                    <a:pt x="3211" y="21296"/>
                    <a:pt x="3524" y="21009"/>
                  </a:cubicBezTo>
                  <a:cubicBezTo>
                    <a:pt x="5925" y="19078"/>
                    <a:pt x="8351" y="17199"/>
                    <a:pt x="10674" y="15216"/>
                  </a:cubicBezTo>
                  <a:cubicBezTo>
                    <a:pt x="11181" y="14779"/>
                    <a:pt x="11664" y="14553"/>
                    <a:pt x="12202" y="14553"/>
                  </a:cubicBezTo>
                  <a:cubicBezTo>
                    <a:pt x="12468" y="14553"/>
                    <a:pt x="12747" y="14608"/>
                    <a:pt x="13049" y="14720"/>
                  </a:cubicBezTo>
                  <a:cubicBezTo>
                    <a:pt x="13362" y="14824"/>
                    <a:pt x="13701" y="14877"/>
                    <a:pt x="14040" y="14903"/>
                  </a:cubicBezTo>
                  <a:cubicBezTo>
                    <a:pt x="15684" y="15059"/>
                    <a:pt x="17302" y="15190"/>
                    <a:pt x="18920" y="15372"/>
                  </a:cubicBezTo>
                  <a:cubicBezTo>
                    <a:pt x="20068" y="15503"/>
                    <a:pt x="21164" y="15712"/>
                    <a:pt x="22313" y="15842"/>
                  </a:cubicBezTo>
                  <a:cubicBezTo>
                    <a:pt x="22437" y="15859"/>
                    <a:pt x="22558" y="15867"/>
                    <a:pt x="22675" y="15867"/>
                  </a:cubicBezTo>
                  <a:cubicBezTo>
                    <a:pt x="23667" y="15867"/>
                    <a:pt x="24394" y="15288"/>
                    <a:pt x="24557" y="14355"/>
                  </a:cubicBezTo>
                  <a:cubicBezTo>
                    <a:pt x="24740" y="13363"/>
                    <a:pt x="24165" y="12476"/>
                    <a:pt x="23069" y="12215"/>
                  </a:cubicBezTo>
                  <a:cubicBezTo>
                    <a:pt x="22339" y="12032"/>
                    <a:pt x="21582" y="11928"/>
                    <a:pt x="20825" y="11849"/>
                  </a:cubicBezTo>
                  <a:cubicBezTo>
                    <a:pt x="19233" y="11641"/>
                    <a:pt x="17615" y="11458"/>
                    <a:pt x="15997" y="11275"/>
                  </a:cubicBezTo>
                  <a:cubicBezTo>
                    <a:pt x="16154" y="10779"/>
                    <a:pt x="16519" y="10623"/>
                    <a:pt x="16806" y="10414"/>
                  </a:cubicBezTo>
                  <a:cubicBezTo>
                    <a:pt x="18659" y="8953"/>
                    <a:pt x="20512" y="7517"/>
                    <a:pt x="22365" y="6056"/>
                  </a:cubicBezTo>
                  <a:cubicBezTo>
                    <a:pt x="22730" y="5795"/>
                    <a:pt x="23069" y="5482"/>
                    <a:pt x="23383" y="5143"/>
                  </a:cubicBezTo>
                  <a:cubicBezTo>
                    <a:pt x="24443" y="3884"/>
                    <a:pt x="23428" y="2139"/>
                    <a:pt x="22015" y="2139"/>
                  </a:cubicBezTo>
                  <a:cubicBezTo>
                    <a:pt x="21759" y="2139"/>
                    <a:pt x="21489" y="2196"/>
                    <a:pt x="21217" y="2324"/>
                  </a:cubicBezTo>
                  <a:cubicBezTo>
                    <a:pt x="20930" y="2455"/>
                    <a:pt x="20643" y="2638"/>
                    <a:pt x="20382" y="2872"/>
                  </a:cubicBezTo>
                  <a:cubicBezTo>
                    <a:pt x="18633" y="4229"/>
                    <a:pt x="16885" y="5612"/>
                    <a:pt x="15110" y="6969"/>
                  </a:cubicBezTo>
                  <a:cubicBezTo>
                    <a:pt x="14797" y="7204"/>
                    <a:pt x="14536" y="7570"/>
                    <a:pt x="13936" y="7674"/>
                  </a:cubicBezTo>
                  <a:lnTo>
                    <a:pt x="13936" y="7648"/>
                  </a:lnTo>
                  <a:cubicBezTo>
                    <a:pt x="14040" y="6682"/>
                    <a:pt x="14197" y="5821"/>
                    <a:pt x="14275" y="4934"/>
                  </a:cubicBezTo>
                  <a:cubicBezTo>
                    <a:pt x="14380" y="3812"/>
                    <a:pt x="14719" y="2716"/>
                    <a:pt x="14614" y="1568"/>
                  </a:cubicBezTo>
                  <a:cubicBezTo>
                    <a:pt x="14588" y="733"/>
                    <a:pt x="13936" y="54"/>
                    <a:pt x="13101" y="2"/>
                  </a:cubicBezTo>
                  <a:cubicBezTo>
                    <a:pt x="13081" y="1"/>
                    <a:pt x="13062" y="1"/>
                    <a:pt x="13042" y="1"/>
                  </a:cubicBezTo>
                  <a:close/>
                </a:path>
              </a:pathLst>
            </a:custGeom>
            <a:solidFill>
              <a:srgbClr val="D4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58"/>
            <p:cNvSpPr/>
            <p:nvPr/>
          </p:nvSpPr>
          <p:spPr>
            <a:xfrm>
              <a:off x="1161915" y="1933857"/>
              <a:ext cx="529086" cy="480751"/>
            </a:xfrm>
            <a:custGeom>
              <a:rect b="b" l="l" r="r" t="t"/>
              <a:pathLst>
                <a:path extrusionOk="0" h="23523" w="25888">
                  <a:moveTo>
                    <a:pt x="11456" y="0"/>
                  </a:moveTo>
                  <a:cubicBezTo>
                    <a:pt x="11405" y="0"/>
                    <a:pt x="11353" y="2"/>
                    <a:pt x="11300" y="7"/>
                  </a:cubicBezTo>
                  <a:cubicBezTo>
                    <a:pt x="10413" y="111"/>
                    <a:pt x="9839" y="816"/>
                    <a:pt x="9839" y="1912"/>
                  </a:cubicBezTo>
                  <a:cubicBezTo>
                    <a:pt x="9839" y="2669"/>
                    <a:pt x="9917" y="3425"/>
                    <a:pt x="9996" y="4156"/>
                  </a:cubicBezTo>
                  <a:cubicBezTo>
                    <a:pt x="10125" y="5531"/>
                    <a:pt x="10255" y="6906"/>
                    <a:pt x="10410" y="8281"/>
                  </a:cubicBezTo>
                  <a:lnTo>
                    <a:pt x="10410" y="8281"/>
                  </a:lnTo>
                  <a:lnTo>
                    <a:pt x="10152" y="8436"/>
                  </a:lnTo>
                  <a:cubicBezTo>
                    <a:pt x="9448" y="7940"/>
                    <a:pt x="8743" y="7418"/>
                    <a:pt x="8012" y="6922"/>
                  </a:cubicBezTo>
                  <a:cubicBezTo>
                    <a:pt x="7229" y="6374"/>
                    <a:pt x="6473" y="5774"/>
                    <a:pt x="5638" y="5278"/>
                  </a:cubicBezTo>
                  <a:cubicBezTo>
                    <a:pt x="5392" y="5127"/>
                    <a:pt x="5119" y="5055"/>
                    <a:pt x="4848" y="5055"/>
                  </a:cubicBezTo>
                  <a:cubicBezTo>
                    <a:pt x="4371" y="5055"/>
                    <a:pt x="3902" y="5280"/>
                    <a:pt x="3602" y="5696"/>
                  </a:cubicBezTo>
                  <a:cubicBezTo>
                    <a:pt x="3080" y="6348"/>
                    <a:pt x="3132" y="7288"/>
                    <a:pt x="3733" y="7862"/>
                  </a:cubicBezTo>
                  <a:cubicBezTo>
                    <a:pt x="3967" y="8149"/>
                    <a:pt x="4307" y="8357"/>
                    <a:pt x="4594" y="8592"/>
                  </a:cubicBezTo>
                  <a:cubicBezTo>
                    <a:pt x="5429" y="9375"/>
                    <a:pt x="6473" y="9949"/>
                    <a:pt x="7360" y="10993"/>
                  </a:cubicBezTo>
                  <a:cubicBezTo>
                    <a:pt x="5690" y="11202"/>
                    <a:pt x="4202" y="11411"/>
                    <a:pt x="2715" y="11619"/>
                  </a:cubicBezTo>
                  <a:cubicBezTo>
                    <a:pt x="2219" y="11646"/>
                    <a:pt x="1723" y="11750"/>
                    <a:pt x="1253" y="11959"/>
                  </a:cubicBezTo>
                  <a:cubicBezTo>
                    <a:pt x="444" y="12298"/>
                    <a:pt x="1" y="13159"/>
                    <a:pt x="210" y="14020"/>
                  </a:cubicBezTo>
                  <a:cubicBezTo>
                    <a:pt x="340" y="14829"/>
                    <a:pt x="1071" y="15429"/>
                    <a:pt x="1906" y="15429"/>
                  </a:cubicBezTo>
                  <a:cubicBezTo>
                    <a:pt x="2402" y="15429"/>
                    <a:pt x="2897" y="15377"/>
                    <a:pt x="3393" y="15299"/>
                  </a:cubicBezTo>
                  <a:cubicBezTo>
                    <a:pt x="5246" y="15064"/>
                    <a:pt x="7073" y="14777"/>
                    <a:pt x="8900" y="14594"/>
                  </a:cubicBezTo>
                  <a:cubicBezTo>
                    <a:pt x="9717" y="14514"/>
                    <a:pt x="10308" y="14456"/>
                    <a:pt x="10784" y="14456"/>
                  </a:cubicBezTo>
                  <a:cubicBezTo>
                    <a:pt x="12010" y="14456"/>
                    <a:pt x="12476" y="14840"/>
                    <a:pt x="14093" y="16212"/>
                  </a:cubicBezTo>
                  <a:cubicBezTo>
                    <a:pt x="16885" y="18535"/>
                    <a:pt x="19886" y="20544"/>
                    <a:pt x="22574" y="22971"/>
                  </a:cubicBezTo>
                  <a:cubicBezTo>
                    <a:pt x="22930" y="23340"/>
                    <a:pt x="23391" y="23523"/>
                    <a:pt x="23852" y="23523"/>
                  </a:cubicBezTo>
                  <a:cubicBezTo>
                    <a:pt x="24337" y="23523"/>
                    <a:pt x="24822" y="23320"/>
                    <a:pt x="25183" y="22919"/>
                  </a:cubicBezTo>
                  <a:cubicBezTo>
                    <a:pt x="25888" y="22162"/>
                    <a:pt x="25888" y="21171"/>
                    <a:pt x="25105" y="20309"/>
                  </a:cubicBezTo>
                  <a:cubicBezTo>
                    <a:pt x="24609" y="19787"/>
                    <a:pt x="24087" y="19318"/>
                    <a:pt x="23513" y="18874"/>
                  </a:cubicBezTo>
                  <a:cubicBezTo>
                    <a:pt x="20982" y="16839"/>
                    <a:pt x="18477" y="14829"/>
                    <a:pt x="15893" y="12872"/>
                  </a:cubicBezTo>
                  <a:cubicBezTo>
                    <a:pt x="15032" y="12272"/>
                    <a:pt x="14458" y="11332"/>
                    <a:pt x="14354" y="10289"/>
                  </a:cubicBezTo>
                  <a:cubicBezTo>
                    <a:pt x="14014" y="7418"/>
                    <a:pt x="13571" y="4547"/>
                    <a:pt x="13127" y="1677"/>
                  </a:cubicBezTo>
                  <a:cubicBezTo>
                    <a:pt x="12979" y="618"/>
                    <a:pt x="12320" y="0"/>
                    <a:pt x="11456" y="0"/>
                  </a:cubicBezTo>
                  <a:close/>
                </a:path>
              </a:pathLst>
            </a:custGeom>
            <a:solidFill>
              <a:srgbClr val="D4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58"/>
            <p:cNvSpPr/>
            <p:nvPr/>
          </p:nvSpPr>
          <p:spPr>
            <a:xfrm>
              <a:off x="2091515" y="1739088"/>
              <a:ext cx="433622" cy="155059"/>
            </a:xfrm>
            <a:custGeom>
              <a:rect b="b" l="l" r="r" t="t"/>
              <a:pathLst>
                <a:path extrusionOk="0" h="7587" w="21217">
                  <a:moveTo>
                    <a:pt x="3993" y="0"/>
                  </a:moveTo>
                  <a:cubicBezTo>
                    <a:pt x="3489" y="0"/>
                    <a:pt x="2984" y="3"/>
                    <a:pt x="2480" y="12"/>
                  </a:cubicBezTo>
                  <a:cubicBezTo>
                    <a:pt x="1149" y="64"/>
                    <a:pt x="444" y="612"/>
                    <a:pt x="262" y="1943"/>
                  </a:cubicBezTo>
                  <a:cubicBezTo>
                    <a:pt x="79" y="3300"/>
                    <a:pt x="1" y="4709"/>
                    <a:pt x="418" y="6066"/>
                  </a:cubicBezTo>
                  <a:cubicBezTo>
                    <a:pt x="782" y="7216"/>
                    <a:pt x="1036" y="7586"/>
                    <a:pt x="1820" y="7586"/>
                  </a:cubicBezTo>
                  <a:cubicBezTo>
                    <a:pt x="2050" y="7586"/>
                    <a:pt x="2325" y="7555"/>
                    <a:pt x="2663" y="7501"/>
                  </a:cubicBezTo>
                  <a:cubicBezTo>
                    <a:pt x="8404" y="6614"/>
                    <a:pt x="13988" y="5022"/>
                    <a:pt x="19573" y="3509"/>
                  </a:cubicBezTo>
                  <a:cubicBezTo>
                    <a:pt x="19912" y="3430"/>
                    <a:pt x="20225" y="3300"/>
                    <a:pt x="20512" y="3143"/>
                  </a:cubicBezTo>
                  <a:cubicBezTo>
                    <a:pt x="21217" y="2700"/>
                    <a:pt x="21164" y="1891"/>
                    <a:pt x="20382" y="1578"/>
                  </a:cubicBezTo>
                  <a:cubicBezTo>
                    <a:pt x="19912" y="1421"/>
                    <a:pt x="19416" y="1291"/>
                    <a:pt x="18920" y="1238"/>
                  </a:cubicBezTo>
                  <a:cubicBezTo>
                    <a:pt x="15006" y="455"/>
                    <a:pt x="11013" y="168"/>
                    <a:pt x="7021" y="12"/>
                  </a:cubicBezTo>
                  <a:cubicBezTo>
                    <a:pt x="6012" y="12"/>
                    <a:pt x="5003" y="0"/>
                    <a:pt x="3993" y="0"/>
                  </a:cubicBezTo>
                  <a:close/>
                </a:path>
              </a:pathLst>
            </a:custGeom>
            <a:solidFill>
              <a:srgbClr val="FFB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58"/>
            <p:cNvSpPr/>
            <p:nvPr/>
          </p:nvSpPr>
          <p:spPr>
            <a:xfrm>
              <a:off x="2978993" y="2774533"/>
              <a:ext cx="318948" cy="319132"/>
            </a:xfrm>
            <a:custGeom>
              <a:rect b="b" l="l" r="r" t="t"/>
              <a:pathLst>
                <a:path extrusionOk="0" h="15615" w="15606">
                  <a:moveTo>
                    <a:pt x="8956" y="0"/>
                  </a:moveTo>
                  <a:cubicBezTo>
                    <a:pt x="8635" y="0"/>
                    <a:pt x="8342" y="198"/>
                    <a:pt x="8220" y="522"/>
                  </a:cubicBezTo>
                  <a:cubicBezTo>
                    <a:pt x="8038" y="913"/>
                    <a:pt x="7881" y="1305"/>
                    <a:pt x="7751" y="1696"/>
                  </a:cubicBezTo>
                  <a:cubicBezTo>
                    <a:pt x="7281" y="3053"/>
                    <a:pt x="6811" y="4436"/>
                    <a:pt x="6263" y="6028"/>
                  </a:cubicBezTo>
                  <a:cubicBezTo>
                    <a:pt x="5559" y="5193"/>
                    <a:pt x="5011" y="4515"/>
                    <a:pt x="4436" y="3862"/>
                  </a:cubicBezTo>
                  <a:cubicBezTo>
                    <a:pt x="3810" y="3131"/>
                    <a:pt x="3158" y="2427"/>
                    <a:pt x="2479" y="1722"/>
                  </a:cubicBezTo>
                  <a:cubicBezTo>
                    <a:pt x="2308" y="1523"/>
                    <a:pt x="2060" y="1417"/>
                    <a:pt x="1809" y="1417"/>
                  </a:cubicBezTo>
                  <a:cubicBezTo>
                    <a:pt x="1601" y="1417"/>
                    <a:pt x="1393" y="1490"/>
                    <a:pt x="1227" y="1644"/>
                  </a:cubicBezTo>
                  <a:cubicBezTo>
                    <a:pt x="809" y="2009"/>
                    <a:pt x="861" y="2479"/>
                    <a:pt x="1175" y="2897"/>
                  </a:cubicBezTo>
                  <a:cubicBezTo>
                    <a:pt x="1383" y="3158"/>
                    <a:pt x="1592" y="3418"/>
                    <a:pt x="1827" y="3653"/>
                  </a:cubicBezTo>
                  <a:cubicBezTo>
                    <a:pt x="2845" y="4802"/>
                    <a:pt x="3810" y="5976"/>
                    <a:pt x="4697" y="7228"/>
                  </a:cubicBezTo>
                  <a:cubicBezTo>
                    <a:pt x="3967" y="7698"/>
                    <a:pt x="3158" y="7803"/>
                    <a:pt x="2427" y="8090"/>
                  </a:cubicBezTo>
                  <a:cubicBezTo>
                    <a:pt x="1879" y="8298"/>
                    <a:pt x="1305" y="8429"/>
                    <a:pt x="757" y="8638"/>
                  </a:cubicBezTo>
                  <a:cubicBezTo>
                    <a:pt x="287" y="8768"/>
                    <a:pt x="0" y="9264"/>
                    <a:pt x="131" y="9734"/>
                  </a:cubicBezTo>
                  <a:cubicBezTo>
                    <a:pt x="257" y="10177"/>
                    <a:pt x="572" y="10364"/>
                    <a:pt x="950" y="10364"/>
                  </a:cubicBezTo>
                  <a:cubicBezTo>
                    <a:pt x="1039" y="10364"/>
                    <a:pt x="1132" y="10354"/>
                    <a:pt x="1227" y="10334"/>
                  </a:cubicBezTo>
                  <a:cubicBezTo>
                    <a:pt x="1749" y="10230"/>
                    <a:pt x="2271" y="10021"/>
                    <a:pt x="2792" y="9890"/>
                  </a:cubicBezTo>
                  <a:cubicBezTo>
                    <a:pt x="3601" y="9708"/>
                    <a:pt x="4332" y="9316"/>
                    <a:pt x="5324" y="9238"/>
                  </a:cubicBezTo>
                  <a:lnTo>
                    <a:pt x="5324" y="9238"/>
                  </a:lnTo>
                  <a:cubicBezTo>
                    <a:pt x="5037" y="10203"/>
                    <a:pt x="4802" y="10986"/>
                    <a:pt x="4541" y="11795"/>
                  </a:cubicBezTo>
                  <a:cubicBezTo>
                    <a:pt x="4280" y="12630"/>
                    <a:pt x="3993" y="13465"/>
                    <a:pt x="3784" y="14327"/>
                  </a:cubicBezTo>
                  <a:cubicBezTo>
                    <a:pt x="3601" y="14822"/>
                    <a:pt x="3888" y="15370"/>
                    <a:pt x="4384" y="15553"/>
                  </a:cubicBezTo>
                  <a:cubicBezTo>
                    <a:pt x="4490" y="15594"/>
                    <a:pt x="4596" y="15614"/>
                    <a:pt x="4699" y="15614"/>
                  </a:cubicBezTo>
                  <a:cubicBezTo>
                    <a:pt x="5056" y="15614"/>
                    <a:pt x="5388" y="15378"/>
                    <a:pt x="5611" y="14953"/>
                  </a:cubicBezTo>
                  <a:cubicBezTo>
                    <a:pt x="5741" y="14692"/>
                    <a:pt x="5846" y="14405"/>
                    <a:pt x="5924" y="14118"/>
                  </a:cubicBezTo>
                  <a:cubicBezTo>
                    <a:pt x="6315" y="12917"/>
                    <a:pt x="6681" y="11717"/>
                    <a:pt x="7072" y="10438"/>
                  </a:cubicBezTo>
                  <a:cubicBezTo>
                    <a:pt x="7672" y="10673"/>
                    <a:pt x="7855" y="11117"/>
                    <a:pt x="8142" y="11456"/>
                  </a:cubicBezTo>
                  <a:cubicBezTo>
                    <a:pt x="8873" y="12317"/>
                    <a:pt x="9551" y="13231"/>
                    <a:pt x="10308" y="14092"/>
                  </a:cubicBezTo>
                  <a:cubicBezTo>
                    <a:pt x="10563" y="14391"/>
                    <a:pt x="10860" y="14536"/>
                    <a:pt x="11146" y="14536"/>
                  </a:cubicBezTo>
                  <a:cubicBezTo>
                    <a:pt x="11359" y="14536"/>
                    <a:pt x="11565" y="14456"/>
                    <a:pt x="11743" y="14300"/>
                  </a:cubicBezTo>
                  <a:cubicBezTo>
                    <a:pt x="12161" y="13961"/>
                    <a:pt x="12213" y="13335"/>
                    <a:pt x="11874" y="12917"/>
                  </a:cubicBezTo>
                  <a:cubicBezTo>
                    <a:pt x="11561" y="12474"/>
                    <a:pt x="11247" y="12030"/>
                    <a:pt x="10882" y="11613"/>
                  </a:cubicBezTo>
                  <a:cubicBezTo>
                    <a:pt x="9995" y="10517"/>
                    <a:pt x="9108" y="9421"/>
                    <a:pt x="8220" y="8351"/>
                  </a:cubicBezTo>
                  <a:cubicBezTo>
                    <a:pt x="8429" y="8090"/>
                    <a:pt x="8742" y="7933"/>
                    <a:pt x="9082" y="7907"/>
                  </a:cubicBezTo>
                  <a:cubicBezTo>
                    <a:pt x="10830" y="7385"/>
                    <a:pt x="12604" y="6863"/>
                    <a:pt x="14379" y="6341"/>
                  </a:cubicBezTo>
                  <a:cubicBezTo>
                    <a:pt x="15240" y="6080"/>
                    <a:pt x="15605" y="5637"/>
                    <a:pt x="15475" y="5063"/>
                  </a:cubicBezTo>
                  <a:cubicBezTo>
                    <a:pt x="15358" y="4596"/>
                    <a:pt x="15010" y="4347"/>
                    <a:pt x="14463" y="4347"/>
                  </a:cubicBezTo>
                  <a:cubicBezTo>
                    <a:pt x="14275" y="4347"/>
                    <a:pt x="14064" y="4376"/>
                    <a:pt x="13831" y="4436"/>
                  </a:cubicBezTo>
                  <a:cubicBezTo>
                    <a:pt x="13126" y="4593"/>
                    <a:pt x="12448" y="4802"/>
                    <a:pt x="11769" y="5010"/>
                  </a:cubicBezTo>
                  <a:cubicBezTo>
                    <a:pt x="10699" y="5323"/>
                    <a:pt x="9630" y="5663"/>
                    <a:pt x="8455" y="6002"/>
                  </a:cubicBezTo>
                  <a:cubicBezTo>
                    <a:pt x="8534" y="4958"/>
                    <a:pt x="8925" y="4175"/>
                    <a:pt x="9160" y="3340"/>
                  </a:cubicBezTo>
                  <a:cubicBezTo>
                    <a:pt x="9369" y="2583"/>
                    <a:pt x="9630" y="1801"/>
                    <a:pt x="9812" y="1044"/>
                  </a:cubicBezTo>
                  <a:cubicBezTo>
                    <a:pt x="9943" y="600"/>
                    <a:pt x="9682" y="157"/>
                    <a:pt x="9238" y="52"/>
                  </a:cubicBezTo>
                  <a:cubicBezTo>
                    <a:pt x="9144" y="17"/>
                    <a:pt x="9049" y="0"/>
                    <a:pt x="89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58"/>
            <p:cNvSpPr/>
            <p:nvPr/>
          </p:nvSpPr>
          <p:spPr>
            <a:xfrm>
              <a:off x="833914" y="2752216"/>
              <a:ext cx="274700" cy="278931"/>
            </a:xfrm>
            <a:custGeom>
              <a:rect b="b" l="l" r="r" t="t"/>
              <a:pathLst>
                <a:path extrusionOk="0" h="13648" w="13441">
                  <a:moveTo>
                    <a:pt x="7936" y="1"/>
                  </a:moveTo>
                  <a:cubicBezTo>
                    <a:pt x="7524" y="1"/>
                    <a:pt x="7230" y="273"/>
                    <a:pt x="7073" y="700"/>
                  </a:cubicBezTo>
                  <a:cubicBezTo>
                    <a:pt x="6969" y="961"/>
                    <a:pt x="6890" y="1249"/>
                    <a:pt x="6812" y="1536"/>
                  </a:cubicBezTo>
                  <a:cubicBezTo>
                    <a:pt x="6499" y="2710"/>
                    <a:pt x="6186" y="3858"/>
                    <a:pt x="5820" y="5137"/>
                  </a:cubicBezTo>
                  <a:cubicBezTo>
                    <a:pt x="5116" y="4824"/>
                    <a:pt x="4776" y="4328"/>
                    <a:pt x="4359" y="3910"/>
                  </a:cubicBezTo>
                  <a:cubicBezTo>
                    <a:pt x="3915" y="3467"/>
                    <a:pt x="3524" y="2971"/>
                    <a:pt x="3054" y="2553"/>
                  </a:cubicBezTo>
                  <a:cubicBezTo>
                    <a:pt x="2868" y="2354"/>
                    <a:pt x="2653" y="2270"/>
                    <a:pt x="2445" y="2270"/>
                  </a:cubicBezTo>
                  <a:cubicBezTo>
                    <a:pt x="1810" y="2270"/>
                    <a:pt x="1244" y="3053"/>
                    <a:pt x="1775" y="3702"/>
                  </a:cubicBezTo>
                  <a:cubicBezTo>
                    <a:pt x="1984" y="4015"/>
                    <a:pt x="2245" y="4302"/>
                    <a:pt x="2480" y="4589"/>
                  </a:cubicBezTo>
                  <a:cubicBezTo>
                    <a:pt x="3080" y="5241"/>
                    <a:pt x="3680" y="5920"/>
                    <a:pt x="4411" y="6703"/>
                  </a:cubicBezTo>
                  <a:cubicBezTo>
                    <a:pt x="3132" y="7094"/>
                    <a:pt x="2062" y="7407"/>
                    <a:pt x="993" y="7772"/>
                  </a:cubicBezTo>
                  <a:cubicBezTo>
                    <a:pt x="262" y="8033"/>
                    <a:pt x="1" y="8425"/>
                    <a:pt x="158" y="8947"/>
                  </a:cubicBezTo>
                  <a:cubicBezTo>
                    <a:pt x="259" y="9334"/>
                    <a:pt x="568" y="9546"/>
                    <a:pt x="1046" y="9546"/>
                  </a:cubicBezTo>
                  <a:cubicBezTo>
                    <a:pt x="1180" y="9546"/>
                    <a:pt x="1328" y="9529"/>
                    <a:pt x="1488" y="9495"/>
                  </a:cubicBezTo>
                  <a:cubicBezTo>
                    <a:pt x="2167" y="9338"/>
                    <a:pt x="2793" y="9103"/>
                    <a:pt x="3446" y="8947"/>
                  </a:cubicBezTo>
                  <a:cubicBezTo>
                    <a:pt x="3795" y="8889"/>
                    <a:pt x="4130" y="8672"/>
                    <a:pt x="4493" y="8672"/>
                  </a:cubicBezTo>
                  <a:cubicBezTo>
                    <a:pt x="4619" y="8672"/>
                    <a:pt x="4747" y="8697"/>
                    <a:pt x="4881" y="8764"/>
                  </a:cubicBezTo>
                  <a:cubicBezTo>
                    <a:pt x="4829" y="9051"/>
                    <a:pt x="4776" y="9312"/>
                    <a:pt x="4724" y="9547"/>
                  </a:cubicBezTo>
                  <a:cubicBezTo>
                    <a:pt x="4437" y="10460"/>
                    <a:pt x="4150" y="11400"/>
                    <a:pt x="3915" y="12339"/>
                  </a:cubicBezTo>
                  <a:cubicBezTo>
                    <a:pt x="3759" y="13018"/>
                    <a:pt x="4072" y="13514"/>
                    <a:pt x="4594" y="13618"/>
                  </a:cubicBezTo>
                  <a:cubicBezTo>
                    <a:pt x="4685" y="13638"/>
                    <a:pt x="4772" y="13647"/>
                    <a:pt x="4854" y="13647"/>
                  </a:cubicBezTo>
                  <a:cubicBezTo>
                    <a:pt x="5309" y="13647"/>
                    <a:pt x="5613" y="13352"/>
                    <a:pt x="5768" y="12887"/>
                  </a:cubicBezTo>
                  <a:cubicBezTo>
                    <a:pt x="6003" y="12313"/>
                    <a:pt x="6160" y="11687"/>
                    <a:pt x="6368" y="11113"/>
                  </a:cubicBezTo>
                  <a:cubicBezTo>
                    <a:pt x="6603" y="10460"/>
                    <a:pt x="6603" y="9730"/>
                    <a:pt x="7047" y="9156"/>
                  </a:cubicBezTo>
                  <a:cubicBezTo>
                    <a:pt x="7464" y="9390"/>
                    <a:pt x="7830" y="9704"/>
                    <a:pt x="8169" y="10069"/>
                  </a:cubicBezTo>
                  <a:cubicBezTo>
                    <a:pt x="8743" y="10617"/>
                    <a:pt x="9317" y="11165"/>
                    <a:pt x="9943" y="11687"/>
                  </a:cubicBezTo>
                  <a:cubicBezTo>
                    <a:pt x="10123" y="11866"/>
                    <a:pt x="10365" y="11958"/>
                    <a:pt x="10609" y="11958"/>
                  </a:cubicBezTo>
                  <a:cubicBezTo>
                    <a:pt x="10861" y="11958"/>
                    <a:pt x="11115" y="11860"/>
                    <a:pt x="11300" y="11661"/>
                  </a:cubicBezTo>
                  <a:cubicBezTo>
                    <a:pt x="11666" y="11269"/>
                    <a:pt x="11666" y="10669"/>
                    <a:pt x="11300" y="10278"/>
                  </a:cubicBezTo>
                  <a:cubicBezTo>
                    <a:pt x="10935" y="9886"/>
                    <a:pt x="10491" y="9547"/>
                    <a:pt x="10126" y="9156"/>
                  </a:cubicBezTo>
                  <a:cubicBezTo>
                    <a:pt x="9552" y="8581"/>
                    <a:pt x="8847" y="8112"/>
                    <a:pt x="8352" y="7433"/>
                  </a:cubicBezTo>
                  <a:cubicBezTo>
                    <a:pt x="8717" y="7172"/>
                    <a:pt x="9134" y="6964"/>
                    <a:pt x="9604" y="6885"/>
                  </a:cubicBezTo>
                  <a:cubicBezTo>
                    <a:pt x="10544" y="6546"/>
                    <a:pt x="11509" y="6233"/>
                    <a:pt x="12449" y="5894"/>
                  </a:cubicBezTo>
                  <a:cubicBezTo>
                    <a:pt x="13179" y="5607"/>
                    <a:pt x="13440" y="5111"/>
                    <a:pt x="13231" y="4537"/>
                  </a:cubicBezTo>
                  <a:cubicBezTo>
                    <a:pt x="13094" y="4164"/>
                    <a:pt x="12765" y="3938"/>
                    <a:pt x="12333" y="3938"/>
                  </a:cubicBezTo>
                  <a:cubicBezTo>
                    <a:pt x="12190" y="3938"/>
                    <a:pt x="12036" y="3963"/>
                    <a:pt x="11875" y="4015"/>
                  </a:cubicBezTo>
                  <a:cubicBezTo>
                    <a:pt x="10831" y="4328"/>
                    <a:pt x="9813" y="4719"/>
                    <a:pt x="8769" y="5059"/>
                  </a:cubicBezTo>
                  <a:cubicBezTo>
                    <a:pt x="8574" y="5112"/>
                    <a:pt x="8379" y="5262"/>
                    <a:pt x="8159" y="5262"/>
                  </a:cubicBezTo>
                  <a:cubicBezTo>
                    <a:pt x="8055" y="5262"/>
                    <a:pt x="7946" y="5229"/>
                    <a:pt x="7830" y="5137"/>
                  </a:cubicBezTo>
                  <a:cubicBezTo>
                    <a:pt x="7986" y="4484"/>
                    <a:pt x="8117" y="3832"/>
                    <a:pt x="8273" y="3180"/>
                  </a:cubicBezTo>
                  <a:cubicBezTo>
                    <a:pt x="8456" y="2475"/>
                    <a:pt x="8639" y="1797"/>
                    <a:pt x="8769" y="1092"/>
                  </a:cubicBezTo>
                  <a:cubicBezTo>
                    <a:pt x="8873" y="596"/>
                    <a:pt x="8717" y="152"/>
                    <a:pt x="8143" y="22"/>
                  </a:cubicBezTo>
                  <a:cubicBezTo>
                    <a:pt x="8071" y="8"/>
                    <a:pt x="8002" y="1"/>
                    <a:pt x="79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58"/>
            <p:cNvSpPr/>
            <p:nvPr/>
          </p:nvSpPr>
          <p:spPr>
            <a:xfrm>
              <a:off x="2688862" y="1449979"/>
              <a:ext cx="268283" cy="223627"/>
            </a:xfrm>
            <a:custGeom>
              <a:rect b="b" l="l" r="r" t="t"/>
              <a:pathLst>
                <a:path extrusionOk="0" h="10942" w="13127">
                  <a:moveTo>
                    <a:pt x="7829" y="0"/>
                  </a:moveTo>
                  <a:cubicBezTo>
                    <a:pt x="7537" y="0"/>
                    <a:pt x="7293" y="200"/>
                    <a:pt x="7098" y="484"/>
                  </a:cubicBezTo>
                  <a:cubicBezTo>
                    <a:pt x="6915" y="718"/>
                    <a:pt x="6785" y="1005"/>
                    <a:pt x="6655" y="1240"/>
                  </a:cubicBezTo>
                  <a:cubicBezTo>
                    <a:pt x="6341" y="1788"/>
                    <a:pt x="6107" y="2389"/>
                    <a:pt x="5663" y="2884"/>
                  </a:cubicBezTo>
                  <a:cubicBezTo>
                    <a:pt x="5245" y="2650"/>
                    <a:pt x="5037" y="2206"/>
                    <a:pt x="4723" y="1893"/>
                  </a:cubicBezTo>
                  <a:cubicBezTo>
                    <a:pt x="4228" y="1371"/>
                    <a:pt x="3732" y="849"/>
                    <a:pt x="3184" y="379"/>
                  </a:cubicBezTo>
                  <a:cubicBezTo>
                    <a:pt x="3044" y="252"/>
                    <a:pt x="2866" y="187"/>
                    <a:pt x="2685" y="187"/>
                  </a:cubicBezTo>
                  <a:cubicBezTo>
                    <a:pt x="2495" y="187"/>
                    <a:pt x="2300" y="258"/>
                    <a:pt x="2140" y="405"/>
                  </a:cubicBezTo>
                  <a:cubicBezTo>
                    <a:pt x="1775" y="666"/>
                    <a:pt x="1696" y="1162"/>
                    <a:pt x="1983" y="1527"/>
                  </a:cubicBezTo>
                  <a:cubicBezTo>
                    <a:pt x="2218" y="1867"/>
                    <a:pt x="2505" y="2154"/>
                    <a:pt x="2792" y="2493"/>
                  </a:cubicBezTo>
                  <a:cubicBezTo>
                    <a:pt x="3366" y="3171"/>
                    <a:pt x="4045" y="3798"/>
                    <a:pt x="4436" y="4842"/>
                  </a:cubicBezTo>
                  <a:cubicBezTo>
                    <a:pt x="4036" y="4842"/>
                    <a:pt x="3706" y="4830"/>
                    <a:pt x="3391" y="4830"/>
                  </a:cubicBezTo>
                  <a:cubicBezTo>
                    <a:pt x="3233" y="4830"/>
                    <a:pt x="3079" y="4833"/>
                    <a:pt x="2923" y="4842"/>
                  </a:cubicBezTo>
                  <a:cubicBezTo>
                    <a:pt x="2218" y="4894"/>
                    <a:pt x="1514" y="4946"/>
                    <a:pt x="809" y="5024"/>
                  </a:cubicBezTo>
                  <a:cubicBezTo>
                    <a:pt x="339" y="5024"/>
                    <a:pt x="0" y="5390"/>
                    <a:pt x="26" y="5859"/>
                  </a:cubicBezTo>
                  <a:cubicBezTo>
                    <a:pt x="0" y="6303"/>
                    <a:pt x="339" y="6668"/>
                    <a:pt x="783" y="6720"/>
                  </a:cubicBezTo>
                  <a:cubicBezTo>
                    <a:pt x="1148" y="6747"/>
                    <a:pt x="1540" y="6747"/>
                    <a:pt x="1905" y="6747"/>
                  </a:cubicBezTo>
                  <a:cubicBezTo>
                    <a:pt x="1957" y="6749"/>
                    <a:pt x="2010" y="6750"/>
                    <a:pt x="2062" y="6750"/>
                  </a:cubicBezTo>
                  <a:cubicBezTo>
                    <a:pt x="2273" y="6750"/>
                    <a:pt x="2489" y="6734"/>
                    <a:pt x="2711" y="6734"/>
                  </a:cubicBezTo>
                  <a:cubicBezTo>
                    <a:pt x="2988" y="6734"/>
                    <a:pt x="3275" y="6760"/>
                    <a:pt x="3575" y="6877"/>
                  </a:cubicBezTo>
                  <a:cubicBezTo>
                    <a:pt x="3158" y="7712"/>
                    <a:pt x="2766" y="8443"/>
                    <a:pt x="2401" y="9200"/>
                  </a:cubicBezTo>
                  <a:cubicBezTo>
                    <a:pt x="2009" y="9982"/>
                    <a:pt x="2114" y="10557"/>
                    <a:pt x="2662" y="10844"/>
                  </a:cubicBezTo>
                  <a:cubicBezTo>
                    <a:pt x="2806" y="10909"/>
                    <a:pt x="2947" y="10942"/>
                    <a:pt x="3084" y="10942"/>
                  </a:cubicBezTo>
                  <a:cubicBezTo>
                    <a:pt x="3492" y="10942"/>
                    <a:pt x="3863" y="10653"/>
                    <a:pt x="4175" y="10087"/>
                  </a:cubicBezTo>
                  <a:cubicBezTo>
                    <a:pt x="4462" y="9617"/>
                    <a:pt x="4671" y="9095"/>
                    <a:pt x="4932" y="8625"/>
                  </a:cubicBezTo>
                  <a:cubicBezTo>
                    <a:pt x="5245" y="8025"/>
                    <a:pt x="5454" y="7347"/>
                    <a:pt x="5976" y="6747"/>
                  </a:cubicBezTo>
                  <a:cubicBezTo>
                    <a:pt x="6602" y="7582"/>
                    <a:pt x="7150" y="8338"/>
                    <a:pt x="7698" y="9069"/>
                  </a:cubicBezTo>
                  <a:cubicBezTo>
                    <a:pt x="7933" y="9408"/>
                    <a:pt x="8220" y="9722"/>
                    <a:pt x="8507" y="10035"/>
                  </a:cubicBezTo>
                  <a:cubicBezTo>
                    <a:pt x="8678" y="10205"/>
                    <a:pt x="8903" y="10291"/>
                    <a:pt x="9128" y="10291"/>
                  </a:cubicBezTo>
                  <a:cubicBezTo>
                    <a:pt x="9315" y="10291"/>
                    <a:pt x="9501" y="10232"/>
                    <a:pt x="9656" y="10113"/>
                  </a:cubicBezTo>
                  <a:cubicBezTo>
                    <a:pt x="10099" y="9878"/>
                    <a:pt x="10230" y="9330"/>
                    <a:pt x="9995" y="8886"/>
                  </a:cubicBezTo>
                  <a:cubicBezTo>
                    <a:pt x="9760" y="8495"/>
                    <a:pt x="9499" y="8130"/>
                    <a:pt x="9212" y="7764"/>
                  </a:cubicBezTo>
                  <a:cubicBezTo>
                    <a:pt x="8977" y="7399"/>
                    <a:pt x="8560" y="7138"/>
                    <a:pt x="8612" y="6616"/>
                  </a:cubicBezTo>
                  <a:cubicBezTo>
                    <a:pt x="8664" y="6616"/>
                    <a:pt x="8716" y="6590"/>
                    <a:pt x="8794" y="6564"/>
                  </a:cubicBezTo>
                  <a:cubicBezTo>
                    <a:pt x="9160" y="6564"/>
                    <a:pt x="9525" y="6576"/>
                    <a:pt x="9890" y="6576"/>
                  </a:cubicBezTo>
                  <a:cubicBezTo>
                    <a:pt x="10073" y="6576"/>
                    <a:pt x="10256" y="6573"/>
                    <a:pt x="10438" y="6564"/>
                  </a:cubicBezTo>
                  <a:cubicBezTo>
                    <a:pt x="10934" y="6564"/>
                    <a:pt x="11430" y="6512"/>
                    <a:pt x="11926" y="6433"/>
                  </a:cubicBezTo>
                  <a:cubicBezTo>
                    <a:pt x="13126" y="6277"/>
                    <a:pt x="13022" y="4502"/>
                    <a:pt x="11795" y="4502"/>
                  </a:cubicBezTo>
                  <a:cubicBezTo>
                    <a:pt x="11482" y="4502"/>
                    <a:pt x="11143" y="4528"/>
                    <a:pt x="10804" y="4528"/>
                  </a:cubicBezTo>
                  <a:lnTo>
                    <a:pt x="7046" y="4528"/>
                  </a:lnTo>
                  <a:cubicBezTo>
                    <a:pt x="7333" y="3954"/>
                    <a:pt x="7594" y="3432"/>
                    <a:pt x="7829" y="2937"/>
                  </a:cubicBezTo>
                  <a:cubicBezTo>
                    <a:pt x="8090" y="2389"/>
                    <a:pt x="8377" y="1867"/>
                    <a:pt x="8612" y="1345"/>
                  </a:cubicBezTo>
                  <a:cubicBezTo>
                    <a:pt x="8873" y="927"/>
                    <a:pt x="8716" y="379"/>
                    <a:pt x="8272" y="144"/>
                  </a:cubicBezTo>
                  <a:cubicBezTo>
                    <a:pt x="8114" y="44"/>
                    <a:pt x="7966" y="0"/>
                    <a:pt x="7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58"/>
            <p:cNvSpPr/>
            <p:nvPr/>
          </p:nvSpPr>
          <p:spPr>
            <a:xfrm>
              <a:off x="897924" y="1572298"/>
              <a:ext cx="247478" cy="244044"/>
            </a:xfrm>
            <a:custGeom>
              <a:rect b="b" l="l" r="r" t="t"/>
              <a:pathLst>
                <a:path extrusionOk="0" h="11941" w="12109">
                  <a:moveTo>
                    <a:pt x="8312" y="1"/>
                  </a:moveTo>
                  <a:cubicBezTo>
                    <a:pt x="8008" y="1"/>
                    <a:pt x="7711" y="146"/>
                    <a:pt x="7516" y="422"/>
                  </a:cubicBezTo>
                  <a:cubicBezTo>
                    <a:pt x="7281" y="762"/>
                    <a:pt x="7046" y="1127"/>
                    <a:pt x="6864" y="1518"/>
                  </a:cubicBezTo>
                  <a:cubicBezTo>
                    <a:pt x="6446" y="2301"/>
                    <a:pt x="6029" y="3136"/>
                    <a:pt x="5507" y="4076"/>
                  </a:cubicBezTo>
                  <a:cubicBezTo>
                    <a:pt x="5141" y="3345"/>
                    <a:pt x="4880" y="2745"/>
                    <a:pt x="4541" y="2171"/>
                  </a:cubicBezTo>
                  <a:cubicBezTo>
                    <a:pt x="4360" y="1828"/>
                    <a:pt x="4101" y="1579"/>
                    <a:pt x="3752" y="1579"/>
                  </a:cubicBezTo>
                  <a:cubicBezTo>
                    <a:pt x="3649" y="1579"/>
                    <a:pt x="3538" y="1601"/>
                    <a:pt x="3419" y="1649"/>
                  </a:cubicBezTo>
                  <a:cubicBezTo>
                    <a:pt x="2923" y="1832"/>
                    <a:pt x="2740" y="2301"/>
                    <a:pt x="2949" y="2901"/>
                  </a:cubicBezTo>
                  <a:cubicBezTo>
                    <a:pt x="3132" y="3423"/>
                    <a:pt x="3393" y="3893"/>
                    <a:pt x="3602" y="4415"/>
                  </a:cubicBezTo>
                  <a:cubicBezTo>
                    <a:pt x="3680" y="4676"/>
                    <a:pt x="3941" y="4911"/>
                    <a:pt x="3654" y="5224"/>
                  </a:cubicBezTo>
                  <a:lnTo>
                    <a:pt x="1905" y="5224"/>
                  </a:lnTo>
                  <a:cubicBezTo>
                    <a:pt x="1540" y="5224"/>
                    <a:pt x="1175" y="5250"/>
                    <a:pt x="783" y="5328"/>
                  </a:cubicBezTo>
                  <a:cubicBezTo>
                    <a:pt x="340" y="5354"/>
                    <a:pt x="0" y="5720"/>
                    <a:pt x="27" y="6163"/>
                  </a:cubicBezTo>
                  <a:cubicBezTo>
                    <a:pt x="27" y="6738"/>
                    <a:pt x="392" y="6998"/>
                    <a:pt x="914" y="7051"/>
                  </a:cubicBezTo>
                  <a:cubicBezTo>
                    <a:pt x="1009" y="7059"/>
                    <a:pt x="1105" y="7062"/>
                    <a:pt x="1202" y="7062"/>
                  </a:cubicBezTo>
                  <a:cubicBezTo>
                    <a:pt x="1395" y="7062"/>
                    <a:pt x="1592" y="7051"/>
                    <a:pt x="1801" y="7051"/>
                  </a:cubicBezTo>
                  <a:cubicBezTo>
                    <a:pt x="2480" y="7077"/>
                    <a:pt x="3184" y="7103"/>
                    <a:pt x="3967" y="7129"/>
                  </a:cubicBezTo>
                  <a:cubicBezTo>
                    <a:pt x="3837" y="7677"/>
                    <a:pt x="3628" y="8173"/>
                    <a:pt x="3367" y="8643"/>
                  </a:cubicBezTo>
                  <a:cubicBezTo>
                    <a:pt x="3080" y="9243"/>
                    <a:pt x="2740" y="9817"/>
                    <a:pt x="2506" y="10443"/>
                  </a:cubicBezTo>
                  <a:cubicBezTo>
                    <a:pt x="2219" y="11148"/>
                    <a:pt x="2375" y="11644"/>
                    <a:pt x="2871" y="11852"/>
                  </a:cubicBezTo>
                  <a:cubicBezTo>
                    <a:pt x="2996" y="11911"/>
                    <a:pt x="3116" y="11941"/>
                    <a:pt x="3231" y="11941"/>
                  </a:cubicBezTo>
                  <a:cubicBezTo>
                    <a:pt x="3572" y="11941"/>
                    <a:pt x="3870" y="11682"/>
                    <a:pt x="4124" y="11174"/>
                  </a:cubicBezTo>
                  <a:cubicBezTo>
                    <a:pt x="4515" y="10339"/>
                    <a:pt x="4959" y="9530"/>
                    <a:pt x="5454" y="8773"/>
                  </a:cubicBezTo>
                  <a:cubicBezTo>
                    <a:pt x="5846" y="9112"/>
                    <a:pt x="5924" y="9530"/>
                    <a:pt x="6107" y="9895"/>
                  </a:cubicBezTo>
                  <a:cubicBezTo>
                    <a:pt x="6237" y="10182"/>
                    <a:pt x="6368" y="10443"/>
                    <a:pt x="6524" y="10678"/>
                  </a:cubicBezTo>
                  <a:cubicBezTo>
                    <a:pt x="6686" y="10983"/>
                    <a:pt x="6982" y="11152"/>
                    <a:pt x="7296" y="11152"/>
                  </a:cubicBezTo>
                  <a:cubicBezTo>
                    <a:pt x="7439" y="11152"/>
                    <a:pt x="7586" y="11117"/>
                    <a:pt x="7725" y="11043"/>
                  </a:cubicBezTo>
                  <a:cubicBezTo>
                    <a:pt x="8142" y="10861"/>
                    <a:pt x="8351" y="10417"/>
                    <a:pt x="8221" y="9973"/>
                  </a:cubicBezTo>
                  <a:cubicBezTo>
                    <a:pt x="8116" y="9634"/>
                    <a:pt x="7986" y="9269"/>
                    <a:pt x="7829" y="8930"/>
                  </a:cubicBezTo>
                  <a:cubicBezTo>
                    <a:pt x="7620" y="8434"/>
                    <a:pt x="7386" y="7938"/>
                    <a:pt x="7151" y="7416"/>
                  </a:cubicBezTo>
                  <a:cubicBezTo>
                    <a:pt x="7447" y="7317"/>
                    <a:pt x="7720" y="7289"/>
                    <a:pt x="7984" y="7289"/>
                  </a:cubicBezTo>
                  <a:cubicBezTo>
                    <a:pt x="8277" y="7289"/>
                    <a:pt x="8558" y="7324"/>
                    <a:pt x="8847" y="7338"/>
                  </a:cubicBezTo>
                  <a:cubicBezTo>
                    <a:pt x="9551" y="7364"/>
                    <a:pt x="10256" y="7442"/>
                    <a:pt x="10961" y="7442"/>
                  </a:cubicBezTo>
                  <a:cubicBezTo>
                    <a:pt x="11665" y="7442"/>
                    <a:pt x="12109" y="7025"/>
                    <a:pt x="12083" y="6503"/>
                  </a:cubicBezTo>
                  <a:cubicBezTo>
                    <a:pt x="12109" y="5955"/>
                    <a:pt x="11665" y="5537"/>
                    <a:pt x="11143" y="5511"/>
                  </a:cubicBezTo>
                  <a:cubicBezTo>
                    <a:pt x="10856" y="5459"/>
                    <a:pt x="10569" y="5433"/>
                    <a:pt x="10256" y="5407"/>
                  </a:cubicBezTo>
                  <a:cubicBezTo>
                    <a:pt x="9317" y="5354"/>
                    <a:pt x="8351" y="5328"/>
                    <a:pt x="7307" y="5276"/>
                  </a:cubicBezTo>
                  <a:cubicBezTo>
                    <a:pt x="7359" y="4702"/>
                    <a:pt x="7673" y="4285"/>
                    <a:pt x="7881" y="3841"/>
                  </a:cubicBezTo>
                  <a:cubicBezTo>
                    <a:pt x="8325" y="3032"/>
                    <a:pt x="8769" y="2223"/>
                    <a:pt x="9186" y="1388"/>
                  </a:cubicBezTo>
                  <a:cubicBezTo>
                    <a:pt x="9421" y="970"/>
                    <a:pt x="9264" y="422"/>
                    <a:pt x="8847" y="161"/>
                  </a:cubicBezTo>
                  <a:cubicBezTo>
                    <a:pt x="8680" y="53"/>
                    <a:pt x="8495" y="1"/>
                    <a:pt x="8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58"/>
            <p:cNvSpPr/>
            <p:nvPr/>
          </p:nvSpPr>
          <p:spPr>
            <a:xfrm>
              <a:off x="3403521" y="3553120"/>
              <a:ext cx="227756" cy="209852"/>
            </a:xfrm>
            <a:custGeom>
              <a:rect b="b" l="l" r="r" t="t"/>
              <a:pathLst>
                <a:path extrusionOk="0" h="10268" w="11144">
                  <a:moveTo>
                    <a:pt x="6957" y="0"/>
                  </a:moveTo>
                  <a:cubicBezTo>
                    <a:pt x="6580" y="0"/>
                    <a:pt x="6239" y="307"/>
                    <a:pt x="5898" y="969"/>
                  </a:cubicBezTo>
                  <a:cubicBezTo>
                    <a:pt x="5481" y="1831"/>
                    <a:pt x="5037" y="2692"/>
                    <a:pt x="4646" y="3501"/>
                  </a:cubicBezTo>
                  <a:cubicBezTo>
                    <a:pt x="4358" y="3501"/>
                    <a:pt x="4071" y="3396"/>
                    <a:pt x="3863" y="3214"/>
                  </a:cubicBezTo>
                  <a:cubicBezTo>
                    <a:pt x="3236" y="2822"/>
                    <a:pt x="2688" y="2405"/>
                    <a:pt x="2140" y="1909"/>
                  </a:cubicBezTo>
                  <a:cubicBezTo>
                    <a:pt x="1928" y="1712"/>
                    <a:pt x="1698" y="1585"/>
                    <a:pt x="1456" y="1585"/>
                  </a:cubicBezTo>
                  <a:cubicBezTo>
                    <a:pt x="1281" y="1585"/>
                    <a:pt x="1100" y="1651"/>
                    <a:pt x="914" y="1805"/>
                  </a:cubicBezTo>
                  <a:cubicBezTo>
                    <a:pt x="522" y="2144"/>
                    <a:pt x="496" y="2640"/>
                    <a:pt x="888" y="3162"/>
                  </a:cubicBezTo>
                  <a:cubicBezTo>
                    <a:pt x="1201" y="3449"/>
                    <a:pt x="1488" y="3736"/>
                    <a:pt x="1827" y="3997"/>
                  </a:cubicBezTo>
                  <a:cubicBezTo>
                    <a:pt x="2010" y="4205"/>
                    <a:pt x="2375" y="4284"/>
                    <a:pt x="2297" y="4701"/>
                  </a:cubicBezTo>
                  <a:cubicBezTo>
                    <a:pt x="1749" y="4988"/>
                    <a:pt x="1175" y="5249"/>
                    <a:pt x="653" y="5562"/>
                  </a:cubicBezTo>
                  <a:cubicBezTo>
                    <a:pt x="183" y="5771"/>
                    <a:pt x="0" y="6293"/>
                    <a:pt x="183" y="6737"/>
                  </a:cubicBezTo>
                  <a:cubicBezTo>
                    <a:pt x="328" y="7062"/>
                    <a:pt x="597" y="7224"/>
                    <a:pt x="957" y="7224"/>
                  </a:cubicBezTo>
                  <a:cubicBezTo>
                    <a:pt x="1117" y="7224"/>
                    <a:pt x="1295" y="7192"/>
                    <a:pt x="1488" y="7128"/>
                  </a:cubicBezTo>
                  <a:cubicBezTo>
                    <a:pt x="2010" y="6919"/>
                    <a:pt x="2480" y="6554"/>
                    <a:pt x="3054" y="6502"/>
                  </a:cubicBezTo>
                  <a:lnTo>
                    <a:pt x="3054" y="6502"/>
                  </a:lnTo>
                  <a:cubicBezTo>
                    <a:pt x="3236" y="6815"/>
                    <a:pt x="3080" y="7024"/>
                    <a:pt x="3001" y="7259"/>
                  </a:cubicBezTo>
                  <a:cubicBezTo>
                    <a:pt x="2793" y="7859"/>
                    <a:pt x="2584" y="8459"/>
                    <a:pt x="2427" y="9059"/>
                  </a:cubicBezTo>
                  <a:cubicBezTo>
                    <a:pt x="2271" y="9529"/>
                    <a:pt x="2532" y="10025"/>
                    <a:pt x="3001" y="10181"/>
                  </a:cubicBezTo>
                  <a:cubicBezTo>
                    <a:pt x="3126" y="10240"/>
                    <a:pt x="3256" y="10267"/>
                    <a:pt x="3384" y="10267"/>
                  </a:cubicBezTo>
                  <a:cubicBezTo>
                    <a:pt x="3713" y="10267"/>
                    <a:pt x="4025" y="10083"/>
                    <a:pt x="4176" y="9764"/>
                  </a:cubicBezTo>
                  <a:cubicBezTo>
                    <a:pt x="4358" y="9425"/>
                    <a:pt x="4489" y="9085"/>
                    <a:pt x="4619" y="8720"/>
                  </a:cubicBezTo>
                  <a:cubicBezTo>
                    <a:pt x="4827" y="8045"/>
                    <a:pt x="4957" y="7344"/>
                    <a:pt x="5421" y="6618"/>
                  </a:cubicBezTo>
                  <a:lnTo>
                    <a:pt x="5421" y="6618"/>
                  </a:lnTo>
                  <a:cubicBezTo>
                    <a:pt x="6274" y="7162"/>
                    <a:pt x="7026" y="7706"/>
                    <a:pt x="7803" y="8172"/>
                  </a:cubicBezTo>
                  <a:cubicBezTo>
                    <a:pt x="8096" y="8341"/>
                    <a:pt x="8375" y="8423"/>
                    <a:pt x="8620" y="8423"/>
                  </a:cubicBezTo>
                  <a:cubicBezTo>
                    <a:pt x="8942" y="8423"/>
                    <a:pt x="9206" y="8282"/>
                    <a:pt x="9369" y="8015"/>
                  </a:cubicBezTo>
                  <a:cubicBezTo>
                    <a:pt x="9682" y="7520"/>
                    <a:pt x="9499" y="6972"/>
                    <a:pt x="8873" y="6528"/>
                  </a:cubicBezTo>
                  <a:cubicBezTo>
                    <a:pt x="8560" y="6293"/>
                    <a:pt x="8247" y="6110"/>
                    <a:pt x="7934" y="5902"/>
                  </a:cubicBezTo>
                  <a:cubicBezTo>
                    <a:pt x="7568" y="5641"/>
                    <a:pt x="7125" y="5510"/>
                    <a:pt x="6864" y="5014"/>
                  </a:cubicBezTo>
                  <a:cubicBezTo>
                    <a:pt x="7803" y="4623"/>
                    <a:pt x="8664" y="4310"/>
                    <a:pt x="9499" y="3944"/>
                  </a:cubicBezTo>
                  <a:cubicBezTo>
                    <a:pt x="9891" y="3788"/>
                    <a:pt x="10256" y="3579"/>
                    <a:pt x="10621" y="3344"/>
                  </a:cubicBezTo>
                  <a:cubicBezTo>
                    <a:pt x="11013" y="3083"/>
                    <a:pt x="11143" y="2509"/>
                    <a:pt x="10856" y="2118"/>
                  </a:cubicBezTo>
                  <a:cubicBezTo>
                    <a:pt x="10717" y="1800"/>
                    <a:pt x="10413" y="1619"/>
                    <a:pt x="10091" y="1619"/>
                  </a:cubicBezTo>
                  <a:cubicBezTo>
                    <a:pt x="9989" y="1619"/>
                    <a:pt x="9886" y="1637"/>
                    <a:pt x="9786" y="1674"/>
                  </a:cubicBezTo>
                  <a:cubicBezTo>
                    <a:pt x="9473" y="1778"/>
                    <a:pt x="9160" y="1935"/>
                    <a:pt x="8847" y="2066"/>
                  </a:cubicBezTo>
                  <a:cubicBezTo>
                    <a:pt x="8351" y="2248"/>
                    <a:pt x="7907" y="2587"/>
                    <a:pt x="7359" y="2614"/>
                  </a:cubicBezTo>
                  <a:cubicBezTo>
                    <a:pt x="7203" y="2248"/>
                    <a:pt x="7464" y="2013"/>
                    <a:pt x="7542" y="1752"/>
                  </a:cubicBezTo>
                  <a:cubicBezTo>
                    <a:pt x="7881" y="865"/>
                    <a:pt x="7829" y="317"/>
                    <a:pt x="7307" y="82"/>
                  </a:cubicBezTo>
                  <a:cubicBezTo>
                    <a:pt x="7187" y="28"/>
                    <a:pt x="7070" y="0"/>
                    <a:pt x="69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58"/>
            <p:cNvSpPr/>
            <p:nvPr/>
          </p:nvSpPr>
          <p:spPr>
            <a:xfrm>
              <a:off x="2012585" y="3738264"/>
              <a:ext cx="120561" cy="123218"/>
            </a:xfrm>
            <a:custGeom>
              <a:rect b="b" l="l" r="r" t="t"/>
              <a:pathLst>
                <a:path extrusionOk="0" h="6029" w="5899">
                  <a:moveTo>
                    <a:pt x="2897" y="0"/>
                  </a:moveTo>
                  <a:cubicBezTo>
                    <a:pt x="1253" y="0"/>
                    <a:pt x="1" y="1331"/>
                    <a:pt x="1" y="3158"/>
                  </a:cubicBezTo>
                  <a:cubicBezTo>
                    <a:pt x="27" y="4750"/>
                    <a:pt x="1305" y="6028"/>
                    <a:pt x="2897" y="6028"/>
                  </a:cubicBezTo>
                  <a:cubicBezTo>
                    <a:pt x="4567" y="6002"/>
                    <a:pt x="5898" y="4541"/>
                    <a:pt x="5898" y="2766"/>
                  </a:cubicBezTo>
                  <a:cubicBezTo>
                    <a:pt x="5872" y="1227"/>
                    <a:pt x="4567" y="0"/>
                    <a:pt x="28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58"/>
            <p:cNvSpPr/>
            <p:nvPr/>
          </p:nvSpPr>
          <p:spPr>
            <a:xfrm>
              <a:off x="2040319" y="3136114"/>
              <a:ext cx="108298" cy="109361"/>
            </a:xfrm>
            <a:custGeom>
              <a:rect b="b" l="l" r="r" t="t"/>
              <a:pathLst>
                <a:path extrusionOk="0" h="5351" w="5299">
                  <a:moveTo>
                    <a:pt x="2688" y="1"/>
                  </a:moveTo>
                  <a:cubicBezTo>
                    <a:pt x="1175" y="27"/>
                    <a:pt x="1" y="1280"/>
                    <a:pt x="53" y="2767"/>
                  </a:cubicBezTo>
                  <a:cubicBezTo>
                    <a:pt x="79" y="4085"/>
                    <a:pt x="1434" y="5351"/>
                    <a:pt x="2778" y="5351"/>
                  </a:cubicBezTo>
                  <a:cubicBezTo>
                    <a:pt x="2792" y="5351"/>
                    <a:pt x="2805" y="5351"/>
                    <a:pt x="2819" y="5351"/>
                  </a:cubicBezTo>
                  <a:cubicBezTo>
                    <a:pt x="4176" y="5351"/>
                    <a:pt x="5298" y="4072"/>
                    <a:pt x="5272" y="2532"/>
                  </a:cubicBezTo>
                  <a:cubicBezTo>
                    <a:pt x="5246" y="1123"/>
                    <a:pt x="4098" y="1"/>
                    <a:pt x="26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58"/>
            <p:cNvSpPr/>
            <p:nvPr/>
          </p:nvSpPr>
          <p:spPr>
            <a:xfrm>
              <a:off x="2017940" y="3430332"/>
              <a:ext cx="108789" cy="104231"/>
            </a:xfrm>
            <a:custGeom>
              <a:rect b="b" l="l" r="r" t="t"/>
              <a:pathLst>
                <a:path extrusionOk="0" h="5100" w="5323">
                  <a:moveTo>
                    <a:pt x="3035" y="1"/>
                  </a:moveTo>
                  <a:cubicBezTo>
                    <a:pt x="2972" y="1"/>
                    <a:pt x="2908" y="4"/>
                    <a:pt x="2844" y="10"/>
                  </a:cubicBezTo>
                  <a:cubicBezTo>
                    <a:pt x="1200" y="193"/>
                    <a:pt x="78" y="949"/>
                    <a:pt x="52" y="2646"/>
                  </a:cubicBezTo>
                  <a:cubicBezTo>
                    <a:pt x="0" y="3987"/>
                    <a:pt x="1198" y="5099"/>
                    <a:pt x="2612" y="5099"/>
                  </a:cubicBezTo>
                  <a:cubicBezTo>
                    <a:pt x="2629" y="5099"/>
                    <a:pt x="2645" y="5099"/>
                    <a:pt x="2661" y="5099"/>
                  </a:cubicBezTo>
                  <a:cubicBezTo>
                    <a:pt x="2677" y="5099"/>
                    <a:pt x="2693" y="5099"/>
                    <a:pt x="2709" y="5099"/>
                  </a:cubicBezTo>
                  <a:cubicBezTo>
                    <a:pt x="4149" y="5099"/>
                    <a:pt x="5323" y="3934"/>
                    <a:pt x="5297" y="2489"/>
                  </a:cubicBezTo>
                  <a:cubicBezTo>
                    <a:pt x="5322" y="1197"/>
                    <a:pt x="4283" y="1"/>
                    <a:pt x="30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58"/>
            <p:cNvSpPr/>
            <p:nvPr/>
          </p:nvSpPr>
          <p:spPr>
            <a:xfrm>
              <a:off x="2025931" y="2749927"/>
              <a:ext cx="111487" cy="102515"/>
            </a:xfrm>
            <a:custGeom>
              <a:rect b="b" l="l" r="r" t="t"/>
              <a:pathLst>
                <a:path extrusionOk="0" h="5016" w="5455">
                  <a:moveTo>
                    <a:pt x="2717" y="0"/>
                  </a:moveTo>
                  <a:cubicBezTo>
                    <a:pt x="1334" y="0"/>
                    <a:pt x="128" y="1223"/>
                    <a:pt x="52" y="2691"/>
                  </a:cubicBezTo>
                  <a:cubicBezTo>
                    <a:pt x="0" y="4048"/>
                    <a:pt x="966" y="4962"/>
                    <a:pt x="2584" y="5014"/>
                  </a:cubicBezTo>
                  <a:cubicBezTo>
                    <a:pt x="2619" y="5015"/>
                    <a:pt x="2654" y="5016"/>
                    <a:pt x="2689" y="5016"/>
                  </a:cubicBezTo>
                  <a:cubicBezTo>
                    <a:pt x="4179" y="5016"/>
                    <a:pt x="5351" y="3938"/>
                    <a:pt x="5402" y="2561"/>
                  </a:cubicBezTo>
                  <a:cubicBezTo>
                    <a:pt x="5454" y="1230"/>
                    <a:pt x="4280" y="56"/>
                    <a:pt x="2844" y="4"/>
                  </a:cubicBezTo>
                  <a:cubicBezTo>
                    <a:pt x="2802" y="1"/>
                    <a:pt x="2759" y="0"/>
                    <a:pt x="27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58"/>
            <p:cNvSpPr/>
            <p:nvPr/>
          </p:nvSpPr>
          <p:spPr>
            <a:xfrm>
              <a:off x="2045122" y="2209191"/>
              <a:ext cx="102944" cy="101350"/>
            </a:xfrm>
            <a:custGeom>
              <a:rect b="b" l="l" r="r" t="t"/>
              <a:pathLst>
                <a:path extrusionOk="0" h="4959" w="5037">
                  <a:moveTo>
                    <a:pt x="2636" y="0"/>
                  </a:moveTo>
                  <a:cubicBezTo>
                    <a:pt x="1410" y="0"/>
                    <a:pt x="0" y="1383"/>
                    <a:pt x="27" y="2558"/>
                  </a:cubicBezTo>
                  <a:cubicBezTo>
                    <a:pt x="53" y="3889"/>
                    <a:pt x="1123" y="4959"/>
                    <a:pt x="2427" y="4959"/>
                  </a:cubicBezTo>
                  <a:cubicBezTo>
                    <a:pt x="3837" y="4959"/>
                    <a:pt x="4985" y="3836"/>
                    <a:pt x="5037" y="2427"/>
                  </a:cubicBezTo>
                  <a:cubicBezTo>
                    <a:pt x="5011" y="1122"/>
                    <a:pt x="3967" y="52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58"/>
            <p:cNvSpPr/>
            <p:nvPr/>
          </p:nvSpPr>
          <p:spPr>
            <a:xfrm>
              <a:off x="2040850" y="2476923"/>
              <a:ext cx="93890" cy="96547"/>
            </a:xfrm>
            <a:custGeom>
              <a:rect b="b" l="l" r="r" t="t"/>
              <a:pathLst>
                <a:path extrusionOk="0" h="4724" w="4594">
                  <a:moveTo>
                    <a:pt x="2245" y="0"/>
                  </a:moveTo>
                  <a:cubicBezTo>
                    <a:pt x="1227" y="0"/>
                    <a:pt x="1" y="1357"/>
                    <a:pt x="1" y="2480"/>
                  </a:cubicBezTo>
                  <a:cubicBezTo>
                    <a:pt x="1" y="3706"/>
                    <a:pt x="1018" y="4698"/>
                    <a:pt x="2245" y="4724"/>
                  </a:cubicBezTo>
                  <a:cubicBezTo>
                    <a:pt x="3498" y="4619"/>
                    <a:pt x="4489" y="3602"/>
                    <a:pt x="4594" y="2349"/>
                  </a:cubicBezTo>
                  <a:cubicBezTo>
                    <a:pt x="4567" y="1070"/>
                    <a:pt x="3524" y="27"/>
                    <a:pt x="2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58"/>
            <p:cNvSpPr/>
            <p:nvPr/>
          </p:nvSpPr>
          <p:spPr>
            <a:xfrm>
              <a:off x="1876594" y="1619242"/>
              <a:ext cx="111671" cy="94994"/>
            </a:xfrm>
            <a:custGeom>
              <a:rect b="b" l="l" r="r" t="t"/>
              <a:pathLst>
                <a:path extrusionOk="0" h="4648" w="5464">
                  <a:moveTo>
                    <a:pt x="3217" y="0"/>
                  </a:moveTo>
                  <a:cubicBezTo>
                    <a:pt x="3172" y="0"/>
                    <a:pt x="3126" y="1"/>
                    <a:pt x="3080" y="4"/>
                  </a:cubicBezTo>
                  <a:cubicBezTo>
                    <a:pt x="1018" y="4"/>
                    <a:pt x="0" y="2536"/>
                    <a:pt x="1514" y="3997"/>
                  </a:cubicBezTo>
                  <a:cubicBezTo>
                    <a:pt x="1980" y="4447"/>
                    <a:pt x="2543" y="4648"/>
                    <a:pt x="3096" y="4648"/>
                  </a:cubicBezTo>
                  <a:cubicBezTo>
                    <a:pt x="4306" y="4648"/>
                    <a:pt x="5464" y="3682"/>
                    <a:pt x="5428" y="2248"/>
                  </a:cubicBezTo>
                  <a:cubicBezTo>
                    <a:pt x="5453" y="1015"/>
                    <a:pt x="4459" y="0"/>
                    <a:pt x="3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58"/>
            <p:cNvSpPr/>
            <p:nvPr/>
          </p:nvSpPr>
          <p:spPr>
            <a:xfrm>
              <a:off x="2162985" y="1615584"/>
              <a:ext cx="86430" cy="81627"/>
            </a:xfrm>
            <a:custGeom>
              <a:rect b="b" l="l" r="r" t="t"/>
              <a:pathLst>
                <a:path extrusionOk="0" h="3994" w="4229">
                  <a:moveTo>
                    <a:pt x="2088" y="1"/>
                  </a:moveTo>
                  <a:cubicBezTo>
                    <a:pt x="940" y="53"/>
                    <a:pt x="27" y="966"/>
                    <a:pt x="1" y="2088"/>
                  </a:cubicBezTo>
                  <a:cubicBezTo>
                    <a:pt x="27" y="3132"/>
                    <a:pt x="1044" y="3993"/>
                    <a:pt x="2271" y="3993"/>
                  </a:cubicBezTo>
                  <a:cubicBezTo>
                    <a:pt x="2287" y="3994"/>
                    <a:pt x="2303" y="3994"/>
                    <a:pt x="2318" y="3994"/>
                  </a:cubicBezTo>
                  <a:cubicBezTo>
                    <a:pt x="3367" y="3994"/>
                    <a:pt x="4228" y="3142"/>
                    <a:pt x="4202" y="2088"/>
                  </a:cubicBezTo>
                  <a:cubicBezTo>
                    <a:pt x="4228" y="1070"/>
                    <a:pt x="3158" y="1"/>
                    <a:pt x="20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58"/>
            <p:cNvSpPr/>
            <p:nvPr/>
          </p:nvSpPr>
          <p:spPr>
            <a:xfrm>
              <a:off x="3474991" y="3068915"/>
              <a:ext cx="70959" cy="71490"/>
            </a:xfrm>
            <a:custGeom>
              <a:rect b="b" l="l" r="r" t="t"/>
              <a:pathLst>
                <a:path extrusionOk="0" h="3498" w="3472">
                  <a:moveTo>
                    <a:pt x="1978" y="0"/>
                  </a:moveTo>
                  <a:cubicBezTo>
                    <a:pt x="1962" y="0"/>
                    <a:pt x="1947" y="0"/>
                    <a:pt x="1931" y="1"/>
                  </a:cubicBezTo>
                  <a:cubicBezTo>
                    <a:pt x="888" y="79"/>
                    <a:pt x="79" y="914"/>
                    <a:pt x="0" y="1958"/>
                  </a:cubicBezTo>
                  <a:cubicBezTo>
                    <a:pt x="26" y="2793"/>
                    <a:pt x="705" y="3472"/>
                    <a:pt x="1540" y="3498"/>
                  </a:cubicBezTo>
                  <a:cubicBezTo>
                    <a:pt x="2427" y="3472"/>
                    <a:pt x="3471" y="2402"/>
                    <a:pt x="3471" y="1488"/>
                  </a:cubicBezTo>
                  <a:cubicBezTo>
                    <a:pt x="3471" y="669"/>
                    <a:pt x="2792" y="0"/>
                    <a:pt x="19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58"/>
            <p:cNvSpPr/>
            <p:nvPr/>
          </p:nvSpPr>
          <p:spPr>
            <a:xfrm>
              <a:off x="2394072" y="1415051"/>
              <a:ext cx="82363" cy="70203"/>
            </a:xfrm>
            <a:custGeom>
              <a:rect b="b" l="l" r="r" t="t"/>
              <a:pathLst>
                <a:path extrusionOk="0" h="3435" w="4030">
                  <a:moveTo>
                    <a:pt x="2310" y="0"/>
                  </a:moveTo>
                  <a:cubicBezTo>
                    <a:pt x="791" y="0"/>
                    <a:pt x="1" y="1835"/>
                    <a:pt x="1089" y="2923"/>
                  </a:cubicBezTo>
                  <a:cubicBezTo>
                    <a:pt x="1442" y="3276"/>
                    <a:pt x="1873" y="3434"/>
                    <a:pt x="2295" y="3434"/>
                  </a:cubicBezTo>
                  <a:cubicBezTo>
                    <a:pt x="3183" y="3434"/>
                    <a:pt x="4030" y="2732"/>
                    <a:pt x="4012" y="1671"/>
                  </a:cubicBezTo>
                  <a:cubicBezTo>
                    <a:pt x="3986" y="757"/>
                    <a:pt x="3255" y="27"/>
                    <a:pt x="2342" y="1"/>
                  </a:cubicBezTo>
                  <a:cubicBezTo>
                    <a:pt x="2331" y="0"/>
                    <a:pt x="2320" y="0"/>
                    <a:pt x="2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58"/>
            <p:cNvSpPr/>
            <p:nvPr/>
          </p:nvSpPr>
          <p:spPr>
            <a:xfrm>
              <a:off x="3154980" y="2567052"/>
              <a:ext cx="70428" cy="69365"/>
            </a:xfrm>
            <a:custGeom>
              <a:rect b="b" l="l" r="r" t="t"/>
              <a:pathLst>
                <a:path extrusionOk="0" h="3394" w="3446">
                  <a:moveTo>
                    <a:pt x="1723" y="1"/>
                  </a:moveTo>
                  <a:cubicBezTo>
                    <a:pt x="758" y="1"/>
                    <a:pt x="1" y="784"/>
                    <a:pt x="27" y="1723"/>
                  </a:cubicBezTo>
                  <a:cubicBezTo>
                    <a:pt x="27" y="2672"/>
                    <a:pt x="808" y="3394"/>
                    <a:pt x="1727" y="3394"/>
                  </a:cubicBezTo>
                  <a:cubicBezTo>
                    <a:pt x="1743" y="3394"/>
                    <a:pt x="1759" y="3394"/>
                    <a:pt x="1775" y="3393"/>
                  </a:cubicBezTo>
                  <a:cubicBezTo>
                    <a:pt x="2715" y="3367"/>
                    <a:pt x="3445" y="2584"/>
                    <a:pt x="3419" y="1671"/>
                  </a:cubicBezTo>
                  <a:cubicBezTo>
                    <a:pt x="3419" y="731"/>
                    <a:pt x="2663" y="1"/>
                    <a:pt x="17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58"/>
            <p:cNvSpPr/>
            <p:nvPr/>
          </p:nvSpPr>
          <p:spPr>
            <a:xfrm>
              <a:off x="1313398" y="2692334"/>
              <a:ext cx="82138" cy="70469"/>
            </a:xfrm>
            <a:custGeom>
              <a:rect b="b" l="l" r="r" t="t"/>
              <a:pathLst>
                <a:path extrusionOk="0" h="3448" w="4019">
                  <a:moveTo>
                    <a:pt x="2289" y="1"/>
                  </a:moveTo>
                  <a:cubicBezTo>
                    <a:pt x="2257" y="1"/>
                    <a:pt x="2224" y="1"/>
                    <a:pt x="2192" y="3"/>
                  </a:cubicBezTo>
                  <a:cubicBezTo>
                    <a:pt x="0" y="212"/>
                    <a:pt x="183" y="3448"/>
                    <a:pt x="2375" y="3448"/>
                  </a:cubicBezTo>
                  <a:cubicBezTo>
                    <a:pt x="3288" y="3396"/>
                    <a:pt x="4019" y="2639"/>
                    <a:pt x="3993" y="1699"/>
                  </a:cubicBezTo>
                  <a:cubicBezTo>
                    <a:pt x="3993" y="740"/>
                    <a:pt x="3236" y="1"/>
                    <a:pt x="2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58"/>
            <p:cNvSpPr/>
            <p:nvPr/>
          </p:nvSpPr>
          <p:spPr>
            <a:xfrm>
              <a:off x="3238181" y="1672646"/>
              <a:ext cx="66156" cy="68833"/>
            </a:xfrm>
            <a:custGeom>
              <a:rect b="b" l="l" r="r" t="t"/>
              <a:pathLst>
                <a:path extrusionOk="0" h="3368" w="3237">
                  <a:moveTo>
                    <a:pt x="1645" y="1"/>
                  </a:moveTo>
                  <a:cubicBezTo>
                    <a:pt x="731" y="53"/>
                    <a:pt x="1" y="836"/>
                    <a:pt x="53" y="1775"/>
                  </a:cubicBezTo>
                  <a:cubicBezTo>
                    <a:pt x="27" y="2610"/>
                    <a:pt x="679" y="3315"/>
                    <a:pt x="1514" y="3367"/>
                  </a:cubicBezTo>
                  <a:cubicBezTo>
                    <a:pt x="2428" y="3367"/>
                    <a:pt x="3184" y="2610"/>
                    <a:pt x="3158" y="1671"/>
                  </a:cubicBezTo>
                  <a:cubicBezTo>
                    <a:pt x="3237" y="784"/>
                    <a:pt x="2532" y="27"/>
                    <a:pt x="16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58"/>
            <p:cNvSpPr/>
            <p:nvPr/>
          </p:nvSpPr>
          <p:spPr>
            <a:xfrm>
              <a:off x="2919254" y="3344127"/>
              <a:ext cx="67219" cy="66688"/>
            </a:xfrm>
            <a:custGeom>
              <a:rect b="b" l="l" r="r" t="t"/>
              <a:pathLst>
                <a:path extrusionOk="0" h="3263" w="3289">
                  <a:moveTo>
                    <a:pt x="1723" y="0"/>
                  </a:moveTo>
                  <a:cubicBezTo>
                    <a:pt x="809" y="79"/>
                    <a:pt x="105" y="809"/>
                    <a:pt x="53" y="1723"/>
                  </a:cubicBezTo>
                  <a:cubicBezTo>
                    <a:pt x="0" y="2558"/>
                    <a:pt x="679" y="3262"/>
                    <a:pt x="1514" y="3262"/>
                  </a:cubicBezTo>
                  <a:cubicBezTo>
                    <a:pt x="2480" y="3236"/>
                    <a:pt x="3262" y="2453"/>
                    <a:pt x="3289" y="1488"/>
                  </a:cubicBezTo>
                  <a:cubicBezTo>
                    <a:pt x="3236" y="653"/>
                    <a:pt x="2558" y="0"/>
                    <a:pt x="17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58"/>
            <p:cNvSpPr/>
            <p:nvPr/>
          </p:nvSpPr>
          <p:spPr>
            <a:xfrm>
              <a:off x="3587867" y="2409172"/>
              <a:ext cx="80749" cy="60842"/>
            </a:xfrm>
            <a:custGeom>
              <a:rect b="b" l="l" r="r" t="t"/>
              <a:pathLst>
                <a:path extrusionOk="0" h="2977" w="3951">
                  <a:moveTo>
                    <a:pt x="1968" y="1"/>
                  </a:moveTo>
                  <a:cubicBezTo>
                    <a:pt x="0" y="1"/>
                    <a:pt x="0" y="2977"/>
                    <a:pt x="1968" y="2977"/>
                  </a:cubicBezTo>
                  <a:cubicBezTo>
                    <a:pt x="1985" y="2977"/>
                    <a:pt x="2002" y="2977"/>
                    <a:pt x="2019" y="2976"/>
                  </a:cubicBezTo>
                  <a:cubicBezTo>
                    <a:pt x="3950" y="2924"/>
                    <a:pt x="3950" y="53"/>
                    <a:pt x="2019" y="1"/>
                  </a:cubicBezTo>
                  <a:cubicBezTo>
                    <a:pt x="2002" y="1"/>
                    <a:pt x="1985" y="1"/>
                    <a:pt x="19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58"/>
            <p:cNvSpPr/>
            <p:nvPr/>
          </p:nvSpPr>
          <p:spPr>
            <a:xfrm>
              <a:off x="1134202" y="3356369"/>
              <a:ext cx="62416" cy="61905"/>
            </a:xfrm>
            <a:custGeom>
              <a:rect b="b" l="l" r="r" t="t"/>
              <a:pathLst>
                <a:path extrusionOk="0" h="3029" w="3054">
                  <a:moveTo>
                    <a:pt x="1560" y="1"/>
                  </a:moveTo>
                  <a:cubicBezTo>
                    <a:pt x="1545" y="1"/>
                    <a:pt x="1529" y="1"/>
                    <a:pt x="1513" y="2"/>
                  </a:cubicBezTo>
                  <a:cubicBezTo>
                    <a:pt x="1498" y="1"/>
                    <a:pt x="1482" y="1"/>
                    <a:pt x="1467" y="1"/>
                  </a:cubicBezTo>
                  <a:cubicBezTo>
                    <a:pt x="653" y="1"/>
                    <a:pt x="0" y="670"/>
                    <a:pt x="26" y="1515"/>
                  </a:cubicBezTo>
                  <a:cubicBezTo>
                    <a:pt x="26" y="2324"/>
                    <a:pt x="704" y="3003"/>
                    <a:pt x="1540" y="3029"/>
                  </a:cubicBezTo>
                  <a:cubicBezTo>
                    <a:pt x="2375" y="2976"/>
                    <a:pt x="3027" y="2298"/>
                    <a:pt x="3053" y="1489"/>
                  </a:cubicBezTo>
                  <a:cubicBezTo>
                    <a:pt x="3027" y="670"/>
                    <a:pt x="2374" y="1"/>
                    <a:pt x="15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58"/>
            <p:cNvSpPr/>
            <p:nvPr/>
          </p:nvSpPr>
          <p:spPr>
            <a:xfrm>
              <a:off x="791792" y="2238499"/>
              <a:ext cx="61353" cy="61374"/>
            </a:xfrm>
            <a:custGeom>
              <a:rect b="b" l="l" r="r" t="t"/>
              <a:pathLst>
                <a:path extrusionOk="0" h="3003" w="3002">
                  <a:moveTo>
                    <a:pt x="1484" y="1"/>
                  </a:moveTo>
                  <a:cubicBezTo>
                    <a:pt x="1468" y="1"/>
                    <a:pt x="1452" y="1"/>
                    <a:pt x="1436" y="2"/>
                  </a:cubicBezTo>
                  <a:cubicBezTo>
                    <a:pt x="653" y="54"/>
                    <a:pt x="26" y="680"/>
                    <a:pt x="0" y="1463"/>
                  </a:cubicBezTo>
                  <a:cubicBezTo>
                    <a:pt x="0" y="2298"/>
                    <a:pt x="679" y="2976"/>
                    <a:pt x="1488" y="3003"/>
                  </a:cubicBezTo>
                  <a:cubicBezTo>
                    <a:pt x="2323" y="2976"/>
                    <a:pt x="3001" y="2298"/>
                    <a:pt x="2975" y="1463"/>
                  </a:cubicBezTo>
                  <a:cubicBezTo>
                    <a:pt x="2975" y="644"/>
                    <a:pt x="2298" y="1"/>
                    <a:pt x="14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58"/>
            <p:cNvSpPr/>
            <p:nvPr/>
          </p:nvSpPr>
          <p:spPr>
            <a:xfrm>
              <a:off x="2148045" y="1224124"/>
              <a:ext cx="61905" cy="60822"/>
            </a:xfrm>
            <a:custGeom>
              <a:rect b="b" l="l" r="r" t="t"/>
              <a:pathLst>
                <a:path extrusionOk="0" h="2976" w="3029">
                  <a:moveTo>
                    <a:pt x="1541" y="0"/>
                  </a:moveTo>
                  <a:cubicBezTo>
                    <a:pt x="706" y="0"/>
                    <a:pt x="27" y="679"/>
                    <a:pt x="1" y="1514"/>
                  </a:cubicBezTo>
                  <a:cubicBezTo>
                    <a:pt x="1" y="2333"/>
                    <a:pt x="679" y="2976"/>
                    <a:pt x="1492" y="2976"/>
                  </a:cubicBezTo>
                  <a:cubicBezTo>
                    <a:pt x="1508" y="2976"/>
                    <a:pt x="1524" y="2976"/>
                    <a:pt x="1541" y="2975"/>
                  </a:cubicBezTo>
                  <a:cubicBezTo>
                    <a:pt x="2376" y="2975"/>
                    <a:pt x="3028" y="2297"/>
                    <a:pt x="3002" y="1462"/>
                  </a:cubicBezTo>
                  <a:cubicBezTo>
                    <a:pt x="2950" y="679"/>
                    <a:pt x="2323" y="26"/>
                    <a:pt x="15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58"/>
          <p:cNvSpPr txBox="1"/>
          <p:nvPr>
            <p:ph idx="1" type="subTitle"/>
          </p:nvPr>
        </p:nvSpPr>
        <p:spPr>
          <a:xfrm>
            <a:off x="3569100" y="118200"/>
            <a:ext cx="5574900" cy="490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What is an algorithm? Give a real-world example of an algorithm.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What Python functions have we used so far and what do they do?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What data types have we used so far, and describe each. How do variables store and use these values?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What is the difference between an operator, an expression, and a statement? Give an example of each.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What is binary? Why do computers use it? Difference between a bit and a byte?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Why is pseudocode useful? Give us a basic pseudocode example of a program that calculates the area of a rectangle.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59"/>
          <p:cNvGrpSpPr/>
          <p:nvPr/>
        </p:nvGrpSpPr>
        <p:grpSpPr>
          <a:xfrm>
            <a:off x="38200" y="961891"/>
            <a:ext cx="3968002" cy="4281983"/>
            <a:chOff x="38200" y="961891"/>
            <a:chExt cx="3968002" cy="4281983"/>
          </a:xfrm>
        </p:grpSpPr>
        <p:sp>
          <p:nvSpPr>
            <p:cNvPr id="566" name="Google Shape;566;p59"/>
            <p:cNvSpPr/>
            <p:nvPr/>
          </p:nvSpPr>
          <p:spPr>
            <a:xfrm>
              <a:off x="38200" y="961891"/>
              <a:ext cx="3968002" cy="3814128"/>
            </a:xfrm>
            <a:custGeom>
              <a:rect b="b" l="l" r="r" t="t"/>
              <a:pathLst>
                <a:path extrusionOk="0" h="186624" w="194153">
                  <a:moveTo>
                    <a:pt x="91829" y="1"/>
                  </a:moveTo>
                  <a:cubicBezTo>
                    <a:pt x="87007" y="1"/>
                    <a:pt x="82206" y="374"/>
                    <a:pt x="77426" y="1140"/>
                  </a:cubicBezTo>
                  <a:cubicBezTo>
                    <a:pt x="73434" y="1767"/>
                    <a:pt x="69571" y="2915"/>
                    <a:pt x="65657" y="3932"/>
                  </a:cubicBezTo>
                  <a:cubicBezTo>
                    <a:pt x="55401" y="6646"/>
                    <a:pt x="45850" y="10874"/>
                    <a:pt x="37526" y="17581"/>
                  </a:cubicBezTo>
                  <a:cubicBezTo>
                    <a:pt x="30793" y="22930"/>
                    <a:pt x="24713" y="29037"/>
                    <a:pt x="19389" y="35769"/>
                  </a:cubicBezTo>
                  <a:cubicBezTo>
                    <a:pt x="9107" y="48948"/>
                    <a:pt x="3653" y="64110"/>
                    <a:pt x="1487" y="80550"/>
                  </a:cubicBezTo>
                  <a:cubicBezTo>
                    <a:pt x="1227" y="82533"/>
                    <a:pt x="1227" y="84569"/>
                    <a:pt x="913" y="86552"/>
                  </a:cubicBezTo>
                  <a:cubicBezTo>
                    <a:pt x="365" y="90466"/>
                    <a:pt x="52" y="94407"/>
                    <a:pt x="0" y="98374"/>
                  </a:cubicBezTo>
                  <a:cubicBezTo>
                    <a:pt x="0" y="101114"/>
                    <a:pt x="130" y="103828"/>
                    <a:pt x="444" y="106542"/>
                  </a:cubicBezTo>
                  <a:cubicBezTo>
                    <a:pt x="1174" y="113587"/>
                    <a:pt x="3001" y="120477"/>
                    <a:pt x="5898" y="126922"/>
                  </a:cubicBezTo>
                  <a:cubicBezTo>
                    <a:pt x="10334" y="136708"/>
                    <a:pt x="16179" y="145790"/>
                    <a:pt x="23304" y="153827"/>
                  </a:cubicBezTo>
                  <a:cubicBezTo>
                    <a:pt x="28731" y="160038"/>
                    <a:pt x="34734" y="165597"/>
                    <a:pt x="41623" y="170111"/>
                  </a:cubicBezTo>
                  <a:cubicBezTo>
                    <a:pt x="52165" y="177027"/>
                    <a:pt x="63595" y="181880"/>
                    <a:pt x="75991" y="184359"/>
                  </a:cubicBezTo>
                  <a:cubicBezTo>
                    <a:pt x="80401" y="185273"/>
                    <a:pt x="84864" y="185951"/>
                    <a:pt x="89326" y="186343"/>
                  </a:cubicBezTo>
                  <a:cubicBezTo>
                    <a:pt x="91873" y="186532"/>
                    <a:pt x="94428" y="186624"/>
                    <a:pt x="96982" y="186624"/>
                  </a:cubicBezTo>
                  <a:cubicBezTo>
                    <a:pt x="99347" y="186624"/>
                    <a:pt x="101712" y="186545"/>
                    <a:pt x="104070" y="186395"/>
                  </a:cubicBezTo>
                  <a:cubicBezTo>
                    <a:pt x="108898" y="186108"/>
                    <a:pt x="113725" y="185821"/>
                    <a:pt x="118475" y="184855"/>
                  </a:cubicBezTo>
                  <a:cubicBezTo>
                    <a:pt x="128548" y="182820"/>
                    <a:pt x="138256" y="179741"/>
                    <a:pt x="147232" y="174704"/>
                  </a:cubicBezTo>
                  <a:cubicBezTo>
                    <a:pt x="155479" y="170007"/>
                    <a:pt x="162890" y="163979"/>
                    <a:pt x="169127" y="156828"/>
                  </a:cubicBezTo>
                  <a:cubicBezTo>
                    <a:pt x="176303" y="148739"/>
                    <a:pt x="181757" y="139527"/>
                    <a:pt x="186193" y="129715"/>
                  </a:cubicBezTo>
                  <a:cubicBezTo>
                    <a:pt x="189482" y="122460"/>
                    <a:pt x="192169" y="114997"/>
                    <a:pt x="193161" y="107011"/>
                  </a:cubicBezTo>
                  <a:cubicBezTo>
                    <a:pt x="193683" y="102810"/>
                    <a:pt x="194153" y="98582"/>
                    <a:pt x="193474" y="94329"/>
                  </a:cubicBezTo>
                  <a:cubicBezTo>
                    <a:pt x="193422" y="93885"/>
                    <a:pt x="193396" y="93415"/>
                    <a:pt x="193422" y="92946"/>
                  </a:cubicBezTo>
                  <a:cubicBezTo>
                    <a:pt x="193422" y="89553"/>
                    <a:pt x="193083" y="86135"/>
                    <a:pt x="192404" y="82794"/>
                  </a:cubicBezTo>
                  <a:cubicBezTo>
                    <a:pt x="190212" y="71573"/>
                    <a:pt x="186663" y="60665"/>
                    <a:pt x="181835" y="50279"/>
                  </a:cubicBezTo>
                  <a:cubicBezTo>
                    <a:pt x="174633" y="34882"/>
                    <a:pt x="162603" y="22252"/>
                    <a:pt x="147546" y="14345"/>
                  </a:cubicBezTo>
                  <a:cubicBezTo>
                    <a:pt x="139926" y="10404"/>
                    <a:pt x="132175" y="6751"/>
                    <a:pt x="123877" y="4402"/>
                  </a:cubicBezTo>
                  <a:cubicBezTo>
                    <a:pt x="114039" y="1636"/>
                    <a:pt x="103861" y="149"/>
                    <a:pt x="93632" y="18"/>
                  </a:cubicBezTo>
                  <a:cubicBezTo>
                    <a:pt x="93030" y="7"/>
                    <a:pt x="92430" y="1"/>
                    <a:pt x="91829" y="1"/>
                  </a:cubicBezTo>
                  <a:close/>
                </a:path>
              </a:pathLst>
            </a:custGeom>
            <a:solidFill>
              <a:srgbClr val="D1D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59"/>
            <p:cNvSpPr/>
            <p:nvPr/>
          </p:nvSpPr>
          <p:spPr>
            <a:xfrm>
              <a:off x="842457" y="4526681"/>
              <a:ext cx="2406945" cy="437526"/>
            </a:xfrm>
            <a:custGeom>
              <a:rect b="b" l="l" r="r" t="t"/>
              <a:pathLst>
                <a:path extrusionOk="0" h="21408" w="117771">
                  <a:moveTo>
                    <a:pt x="26325" y="1"/>
                  </a:moveTo>
                  <a:cubicBezTo>
                    <a:pt x="22846" y="1"/>
                    <a:pt x="19365" y="50"/>
                    <a:pt x="15893" y="123"/>
                  </a:cubicBezTo>
                  <a:cubicBezTo>
                    <a:pt x="15397" y="150"/>
                    <a:pt x="14901" y="176"/>
                    <a:pt x="14405" y="254"/>
                  </a:cubicBezTo>
                  <a:cubicBezTo>
                    <a:pt x="13362" y="384"/>
                    <a:pt x="12500" y="1063"/>
                    <a:pt x="12109" y="2028"/>
                  </a:cubicBezTo>
                  <a:cubicBezTo>
                    <a:pt x="11952" y="2368"/>
                    <a:pt x="11900" y="2785"/>
                    <a:pt x="11587" y="3020"/>
                  </a:cubicBezTo>
                  <a:cubicBezTo>
                    <a:pt x="10752" y="3672"/>
                    <a:pt x="10360" y="4612"/>
                    <a:pt x="9865" y="5473"/>
                  </a:cubicBezTo>
                  <a:cubicBezTo>
                    <a:pt x="8795" y="7378"/>
                    <a:pt x="7594" y="9205"/>
                    <a:pt x="6263" y="10927"/>
                  </a:cubicBezTo>
                  <a:cubicBezTo>
                    <a:pt x="4437" y="13276"/>
                    <a:pt x="2688" y="15624"/>
                    <a:pt x="653" y="17764"/>
                  </a:cubicBezTo>
                  <a:cubicBezTo>
                    <a:pt x="157" y="18234"/>
                    <a:pt x="0" y="18965"/>
                    <a:pt x="261" y="19591"/>
                  </a:cubicBezTo>
                  <a:cubicBezTo>
                    <a:pt x="470" y="20452"/>
                    <a:pt x="1227" y="21026"/>
                    <a:pt x="2114" y="21026"/>
                  </a:cubicBezTo>
                  <a:cubicBezTo>
                    <a:pt x="3406" y="21085"/>
                    <a:pt x="4698" y="21114"/>
                    <a:pt x="5989" y="21114"/>
                  </a:cubicBezTo>
                  <a:cubicBezTo>
                    <a:pt x="6420" y="21114"/>
                    <a:pt x="6851" y="21111"/>
                    <a:pt x="7281" y="21105"/>
                  </a:cubicBezTo>
                  <a:cubicBezTo>
                    <a:pt x="13701" y="21000"/>
                    <a:pt x="20146" y="20896"/>
                    <a:pt x="26566" y="20817"/>
                  </a:cubicBezTo>
                  <a:cubicBezTo>
                    <a:pt x="28308" y="20796"/>
                    <a:pt x="30049" y="20787"/>
                    <a:pt x="31789" y="20787"/>
                  </a:cubicBezTo>
                  <a:cubicBezTo>
                    <a:pt x="40689" y="20787"/>
                    <a:pt x="49576" y="21034"/>
                    <a:pt x="58481" y="21209"/>
                  </a:cubicBezTo>
                  <a:cubicBezTo>
                    <a:pt x="59708" y="21157"/>
                    <a:pt x="60908" y="21078"/>
                    <a:pt x="62135" y="21078"/>
                  </a:cubicBezTo>
                  <a:cubicBezTo>
                    <a:pt x="70120" y="21183"/>
                    <a:pt x="78105" y="21339"/>
                    <a:pt x="86090" y="21392"/>
                  </a:cubicBezTo>
                  <a:cubicBezTo>
                    <a:pt x="87118" y="21402"/>
                    <a:pt x="88145" y="21407"/>
                    <a:pt x="89172" y="21407"/>
                  </a:cubicBezTo>
                  <a:cubicBezTo>
                    <a:pt x="95713" y="21407"/>
                    <a:pt x="102253" y="21210"/>
                    <a:pt x="108794" y="21052"/>
                  </a:cubicBezTo>
                  <a:cubicBezTo>
                    <a:pt x="110125" y="21026"/>
                    <a:pt x="111482" y="20922"/>
                    <a:pt x="112813" y="20817"/>
                  </a:cubicBezTo>
                  <a:cubicBezTo>
                    <a:pt x="113909" y="20765"/>
                    <a:pt x="115005" y="20609"/>
                    <a:pt x="116048" y="20296"/>
                  </a:cubicBezTo>
                  <a:cubicBezTo>
                    <a:pt x="117405" y="19852"/>
                    <a:pt x="117771" y="18547"/>
                    <a:pt x="116779" y="17529"/>
                  </a:cubicBezTo>
                  <a:cubicBezTo>
                    <a:pt x="116336" y="17060"/>
                    <a:pt x="115918" y="16538"/>
                    <a:pt x="115527" y="15990"/>
                  </a:cubicBezTo>
                  <a:cubicBezTo>
                    <a:pt x="113204" y="12884"/>
                    <a:pt x="111299" y="9518"/>
                    <a:pt x="109368" y="6152"/>
                  </a:cubicBezTo>
                  <a:cubicBezTo>
                    <a:pt x="108611" y="4847"/>
                    <a:pt x="107828" y="3542"/>
                    <a:pt x="107385" y="2081"/>
                  </a:cubicBezTo>
                  <a:cubicBezTo>
                    <a:pt x="107045" y="932"/>
                    <a:pt x="106236" y="384"/>
                    <a:pt x="105062" y="332"/>
                  </a:cubicBezTo>
                  <a:cubicBezTo>
                    <a:pt x="104331" y="306"/>
                    <a:pt x="103627" y="254"/>
                    <a:pt x="102922" y="254"/>
                  </a:cubicBezTo>
                  <a:cubicBezTo>
                    <a:pt x="95816" y="235"/>
                    <a:pt x="88724" y="107"/>
                    <a:pt x="81636" y="107"/>
                  </a:cubicBezTo>
                  <a:cubicBezTo>
                    <a:pt x="78936" y="107"/>
                    <a:pt x="76237" y="125"/>
                    <a:pt x="73538" y="176"/>
                  </a:cubicBezTo>
                  <a:cubicBezTo>
                    <a:pt x="69115" y="254"/>
                    <a:pt x="64698" y="280"/>
                    <a:pt x="60285" y="280"/>
                  </a:cubicBezTo>
                  <a:cubicBezTo>
                    <a:pt x="55872" y="280"/>
                    <a:pt x="51461" y="254"/>
                    <a:pt x="47051" y="228"/>
                  </a:cubicBezTo>
                  <a:cubicBezTo>
                    <a:pt x="42798" y="202"/>
                    <a:pt x="38544" y="228"/>
                    <a:pt x="34316" y="97"/>
                  </a:cubicBezTo>
                  <a:cubicBezTo>
                    <a:pt x="31656" y="29"/>
                    <a:pt x="28991" y="1"/>
                    <a:pt x="26325" y="1"/>
                  </a:cubicBezTo>
                  <a:close/>
                </a:path>
              </a:pathLst>
            </a:custGeom>
            <a:solidFill>
              <a:srgbClr val="D4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59"/>
            <p:cNvSpPr/>
            <p:nvPr/>
          </p:nvSpPr>
          <p:spPr>
            <a:xfrm>
              <a:off x="751265" y="4888977"/>
              <a:ext cx="2537070" cy="354897"/>
            </a:xfrm>
            <a:custGeom>
              <a:rect b="b" l="l" r="r" t="t"/>
              <a:pathLst>
                <a:path extrusionOk="0" h="17365" w="124138">
                  <a:moveTo>
                    <a:pt x="40577" y="0"/>
                  </a:moveTo>
                  <a:cubicBezTo>
                    <a:pt x="39831" y="0"/>
                    <a:pt x="39084" y="4"/>
                    <a:pt x="38335" y="11"/>
                  </a:cubicBezTo>
                  <a:cubicBezTo>
                    <a:pt x="37448" y="11"/>
                    <a:pt x="36560" y="11"/>
                    <a:pt x="35673" y="37"/>
                  </a:cubicBezTo>
                  <a:cubicBezTo>
                    <a:pt x="32385" y="63"/>
                    <a:pt x="29097" y="89"/>
                    <a:pt x="25783" y="168"/>
                  </a:cubicBezTo>
                  <a:cubicBezTo>
                    <a:pt x="25365" y="168"/>
                    <a:pt x="24948" y="168"/>
                    <a:pt x="24504" y="194"/>
                  </a:cubicBezTo>
                  <a:lnTo>
                    <a:pt x="23121" y="220"/>
                  </a:lnTo>
                  <a:cubicBezTo>
                    <a:pt x="19259" y="298"/>
                    <a:pt x="15397" y="376"/>
                    <a:pt x="11508" y="481"/>
                  </a:cubicBezTo>
                  <a:cubicBezTo>
                    <a:pt x="10621" y="481"/>
                    <a:pt x="9734" y="507"/>
                    <a:pt x="8873" y="533"/>
                  </a:cubicBezTo>
                  <a:cubicBezTo>
                    <a:pt x="7359" y="585"/>
                    <a:pt x="5846" y="611"/>
                    <a:pt x="4332" y="664"/>
                  </a:cubicBezTo>
                  <a:cubicBezTo>
                    <a:pt x="1644" y="716"/>
                    <a:pt x="548" y="1760"/>
                    <a:pt x="235" y="4447"/>
                  </a:cubicBezTo>
                  <a:cubicBezTo>
                    <a:pt x="209" y="4656"/>
                    <a:pt x="209" y="4865"/>
                    <a:pt x="183" y="5048"/>
                  </a:cubicBezTo>
                  <a:cubicBezTo>
                    <a:pt x="0" y="7448"/>
                    <a:pt x="104" y="9849"/>
                    <a:pt x="444" y="12224"/>
                  </a:cubicBezTo>
                  <a:cubicBezTo>
                    <a:pt x="705" y="14181"/>
                    <a:pt x="1670" y="15277"/>
                    <a:pt x="3523" y="15695"/>
                  </a:cubicBezTo>
                  <a:cubicBezTo>
                    <a:pt x="3993" y="15799"/>
                    <a:pt x="4436" y="15904"/>
                    <a:pt x="4880" y="15982"/>
                  </a:cubicBezTo>
                  <a:cubicBezTo>
                    <a:pt x="6106" y="16165"/>
                    <a:pt x="7359" y="16295"/>
                    <a:pt x="8586" y="16373"/>
                  </a:cubicBezTo>
                  <a:cubicBezTo>
                    <a:pt x="9473" y="16425"/>
                    <a:pt x="10386" y="16452"/>
                    <a:pt x="11300" y="16452"/>
                  </a:cubicBezTo>
                  <a:lnTo>
                    <a:pt x="11456" y="16452"/>
                  </a:lnTo>
                  <a:cubicBezTo>
                    <a:pt x="15083" y="16504"/>
                    <a:pt x="18711" y="16530"/>
                    <a:pt x="22338" y="16608"/>
                  </a:cubicBezTo>
                  <a:cubicBezTo>
                    <a:pt x="23278" y="16634"/>
                    <a:pt x="24243" y="16660"/>
                    <a:pt x="25209" y="16713"/>
                  </a:cubicBezTo>
                  <a:cubicBezTo>
                    <a:pt x="25991" y="16713"/>
                    <a:pt x="26774" y="16765"/>
                    <a:pt x="27557" y="16791"/>
                  </a:cubicBezTo>
                  <a:cubicBezTo>
                    <a:pt x="29906" y="16921"/>
                    <a:pt x="32254" y="17000"/>
                    <a:pt x="34577" y="17078"/>
                  </a:cubicBezTo>
                  <a:cubicBezTo>
                    <a:pt x="35543" y="17130"/>
                    <a:pt x="36508" y="17156"/>
                    <a:pt x="37474" y="17182"/>
                  </a:cubicBezTo>
                  <a:cubicBezTo>
                    <a:pt x="40422" y="17261"/>
                    <a:pt x="43371" y="17313"/>
                    <a:pt x="46320" y="17339"/>
                  </a:cubicBezTo>
                  <a:cubicBezTo>
                    <a:pt x="47286" y="17365"/>
                    <a:pt x="48251" y="17365"/>
                    <a:pt x="49217" y="17365"/>
                  </a:cubicBezTo>
                  <a:lnTo>
                    <a:pt x="51513" y="17365"/>
                  </a:lnTo>
                  <a:cubicBezTo>
                    <a:pt x="54775" y="17339"/>
                    <a:pt x="58063" y="17313"/>
                    <a:pt x="61325" y="17287"/>
                  </a:cubicBezTo>
                  <a:cubicBezTo>
                    <a:pt x="62291" y="17287"/>
                    <a:pt x="63230" y="17261"/>
                    <a:pt x="64196" y="17261"/>
                  </a:cubicBezTo>
                  <a:cubicBezTo>
                    <a:pt x="67118" y="17208"/>
                    <a:pt x="70041" y="17156"/>
                    <a:pt x="72938" y="17104"/>
                  </a:cubicBezTo>
                  <a:cubicBezTo>
                    <a:pt x="73903" y="17104"/>
                    <a:pt x="74869" y="17078"/>
                    <a:pt x="75834" y="17026"/>
                  </a:cubicBezTo>
                  <a:cubicBezTo>
                    <a:pt x="76591" y="17026"/>
                    <a:pt x="77348" y="17026"/>
                    <a:pt x="78131" y="17000"/>
                  </a:cubicBezTo>
                  <a:cubicBezTo>
                    <a:pt x="80871" y="16921"/>
                    <a:pt x="83585" y="16843"/>
                    <a:pt x="86325" y="16765"/>
                  </a:cubicBezTo>
                  <a:cubicBezTo>
                    <a:pt x="87264" y="16739"/>
                    <a:pt x="88230" y="16713"/>
                    <a:pt x="89196" y="16686"/>
                  </a:cubicBezTo>
                  <a:cubicBezTo>
                    <a:pt x="92118" y="16582"/>
                    <a:pt x="95041" y="16478"/>
                    <a:pt x="97964" y="16373"/>
                  </a:cubicBezTo>
                  <a:cubicBezTo>
                    <a:pt x="98929" y="16321"/>
                    <a:pt x="99895" y="16295"/>
                    <a:pt x="100860" y="16243"/>
                  </a:cubicBezTo>
                  <a:cubicBezTo>
                    <a:pt x="103105" y="16165"/>
                    <a:pt x="105375" y="16060"/>
                    <a:pt x="107619" y="15930"/>
                  </a:cubicBezTo>
                  <a:cubicBezTo>
                    <a:pt x="108585" y="15904"/>
                    <a:pt x="109576" y="15851"/>
                    <a:pt x="110542" y="15799"/>
                  </a:cubicBezTo>
                  <a:cubicBezTo>
                    <a:pt x="110855" y="15773"/>
                    <a:pt x="111194" y="15773"/>
                    <a:pt x="111534" y="15747"/>
                  </a:cubicBezTo>
                  <a:cubicBezTo>
                    <a:pt x="113073" y="15669"/>
                    <a:pt x="114613" y="15538"/>
                    <a:pt x="116152" y="15356"/>
                  </a:cubicBezTo>
                  <a:cubicBezTo>
                    <a:pt x="117118" y="15251"/>
                    <a:pt x="118057" y="15121"/>
                    <a:pt x="119023" y="14990"/>
                  </a:cubicBezTo>
                  <a:cubicBezTo>
                    <a:pt x="119832" y="14860"/>
                    <a:pt x="120641" y="14755"/>
                    <a:pt x="121424" y="14625"/>
                  </a:cubicBezTo>
                  <a:cubicBezTo>
                    <a:pt x="122781" y="14390"/>
                    <a:pt x="123355" y="13920"/>
                    <a:pt x="123564" y="12511"/>
                  </a:cubicBezTo>
                  <a:cubicBezTo>
                    <a:pt x="124138" y="8884"/>
                    <a:pt x="123981" y="5178"/>
                    <a:pt x="123068" y="1629"/>
                  </a:cubicBezTo>
                  <a:cubicBezTo>
                    <a:pt x="122833" y="637"/>
                    <a:pt x="122285" y="246"/>
                    <a:pt x="121267" y="194"/>
                  </a:cubicBezTo>
                  <a:lnTo>
                    <a:pt x="119571" y="194"/>
                  </a:lnTo>
                  <a:cubicBezTo>
                    <a:pt x="118762" y="168"/>
                    <a:pt x="117927" y="168"/>
                    <a:pt x="117118" y="168"/>
                  </a:cubicBezTo>
                  <a:lnTo>
                    <a:pt x="117066" y="168"/>
                  </a:lnTo>
                  <a:cubicBezTo>
                    <a:pt x="115109" y="168"/>
                    <a:pt x="113178" y="194"/>
                    <a:pt x="111220" y="220"/>
                  </a:cubicBezTo>
                  <a:cubicBezTo>
                    <a:pt x="110359" y="246"/>
                    <a:pt x="109498" y="246"/>
                    <a:pt x="108637" y="246"/>
                  </a:cubicBezTo>
                  <a:cubicBezTo>
                    <a:pt x="107776" y="259"/>
                    <a:pt x="106915" y="266"/>
                    <a:pt x="106053" y="266"/>
                  </a:cubicBezTo>
                  <a:cubicBezTo>
                    <a:pt x="105192" y="266"/>
                    <a:pt x="104331" y="259"/>
                    <a:pt x="103470" y="246"/>
                  </a:cubicBezTo>
                  <a:cubicBezTo>
                    <a:pt x="102844" y="220"/>
                    <a:pt x="102191" y="220"/>
                    <a:pt x="101539" y="220"/>
                  </a:cubicBezTo>
                  <a:cubicBezTo>
                    <a:pt x="100652" y="194"/>
                    <a:pt x="99790" y="194"/>
                    <a:pt x="98929" y="194"/>
                  </a:cubicBezTo>
                  <a:cubicBezTo>
                    <a:pt x="95719" y="142"/>
                    <a:pt x="92510" y="142"/>
                    <a:pt x="89274" y="116"/>
                  </a:cubicBezTo>
                  <a:lnTo>
                    <a:pt x="76539" y="116"/>
                  </a:lnTo>
                  <a:cubicBezTo>
                    <a:pt x="75652" y="116"/>
                    <a:pt x="74765" y="142"/>
                    <a:pt x="73903" y="142"/>
                  </a:cubicBezTo>
                  <a:cubicBezTo>
                    <a:pt x="70433" y="194"/>
                    <a:pt x="67145" y="220"/>
                    <a:pt x="64274" y="246"/>
                  </a:cubicBezTo>
                  <a:lnTo>
                    <a:pt x="61664" y="246"/>
                  </a:lnTo>
                  <a:cubicBezTo>
                    <a:pt x="57333" y="168"/>
                    <a:pt x="53496" y="116"/>
                    <a:pt x="49817" y="63"/>
                  </a:cubicBezTo>
                  <a:cubicBezTo>
                    <a:pt x="48930" y="63"/>
                    <a:pt x="48069" y="63"/>
                    <a:pt x="47181" y="37"/>
                  </a:cubicBezTo>
                  <a:lnTo>
                    <a:pt x="45981" y="37"/>
                  </a:lnTo>
                  <a:cubicBezTo>
                    <a:pt x="44173" y="19"/>
                    <a:pt x="42377" y="0"/>
                    <a:pt x="40577" y="0"/>
                  </a:cubicBezTo>
                  <a:close/>
                </a:path>
              </a:pathLst>
            </a:custGeom>
            <a:solidFill>
              <a:srgbClr val="FFB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59"/>
            <p:cNvSpPr/>
            <p:nvPr/>
          </p:nvSpPr>
          <p:spPr>
            <a:xfrm>
              <a:off x="2753383" y="4892921"/>
              <a:ext cx="73085" cy="330699"/>
            </a:xfrm>
            <a:custGeom>
              <a:rect b="b" l="l" r="r" t="t"/>
              <a:pathLst>
                <a:path extrusionOk="0" h="16181" w="3576">
                  <a:moveTo>
                    <a:pt x="966" y="1"/>
                  </a:moveTo>
                  <a:cubicBezTo>
                    <a:pt x="966" y="131"/>
                    <a:pt x="966" y="288"/>
                    <a:pt x="940" y="444"/>
                  </a:cubicBezTo>
                  <a:cubicBezTo>
                    <a:pt x="784" y="2924"/>
                    <a:pt x="653" y="5403"/>
                    <a:pt x="497" y="7856"/>
                  </a:cubicBezTo>
                  <a:cubicBezTo>
                    <a:pt x="314" y="10622"/>
                    <a:pt x="157" y="13388"/>
                    <a:pt x="1" y="16180"/>
                  </a:cubicBezTo>
                  <a:cubicBezTo>
                    <a:pt x="966" y="16128"/>
                    <a:pt x="1932" y="16102"/>
                    <a:pt x="2897" y="16050"/>
                  </a:cubicBezTo>
                  <a:cubicBezTo>
                    <a:pt x="3080" y="11848"/>
                    <a:pt x="3263" y="7647"/>
                    <a:pt x="3445" y="3445"/>
                  </a:cubicBezTo>
                  <a:cubicBezTo>
                    <a:pt x="3498" y="2297"/>
                    <a:pt x="3576" y="1175"/>
                    <a:pt x="3576" y="27"/>
                  </a:cubicBezTo>
                  <a:cubicBezTo>
                    <a:pt x="2689" y="1"/>
                    <a:pt x="1827" y="1"/>
                    <a:pt x="9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59"/>
            <p:cNvSpPr/>
            <p:nvPr/>
          </p:nvSpPr>
          <p:spPr>
            <a:xfrm>
              <a:off x="2950728" y="4893453"/>
              <a:ext cx="73616" cy="321094"/>
            </a:xfrm>
            <a:custGeom>
              <a:rect b="b" l="l" r="r" t="t"/>
              <a:pathLst>
                <a:path extrusionOk="0" h="15711" w="3602">
                  <a:moveTo>
                    <a:pt x="3601" y="1"/>
                  </a:moveTo>
                  <a:cubicBezTo>
                    <a:pt x="2740" y="27"/>
                    <a:pt x="1879" y="27"/>
                    <a:pt x="1018" y="27"/>
                  </a:cubicBezTo>
                  <a:cubicBezTo>
                    <a:pt x="966" y="366"/>
                    <a:pt x="966" y="706"/>
                    <a:pt x="940" y="1019"/>
                  </a:cubicBezTo>
                  <a:cubicBezTo>
                    <a:pt x="705" y="4646"/>
                    <a:pt x="470" y="8273"/>
                    <a:pt x="235" y="11901"/>
                  </a:cubicBezTo>
                  <a:cubicBezTo>
                    <a:pt x="157" y="13153"/>
                    <a:pt x="78" y="14432"/>
                    <a:pt x="0" y="15711"/>
                  </a:cubicBezTo>
                  <a:cubicBezTo>
                    <a:pt x="966" y="15685"/>
                    <a:pt x="1957" y="15632"/>
                    <a:pt x="2923" y="15580"/>
                  </a:cubicBezTo>
                  <a:cubicBezTo>
                    <a:pt x="3132" y="10752"/>
                    <a:pt x="3366" y="5951"/>
                    <a:pt x="3575" y="1149"/>
                  </a:cubicBezTo>
                  <a:cubicBezTo>
                    <a:pt x="3575" y="758"/>
                    <a:pt x="3601" y="366"/>
                    <a:pt x="3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59"/>
            <p:cNvSpPr/>
            <p:nvPr/>
          </p:nvSpPr>
          <p:spPr>
            <a:xfrm>
              <a:off x="2515511" y="4891327"/>
              <a:ext cx="61905" cy="340284"/>
            </a:xfrm>
            <a:custGeom>
              <a:rect b="b" l="l" r="r" t="t"/>
              <a:pathLst>
                <a:path extrusionOk="0" h="16650" w="3029">
                  <a:moveTo>
                    <a:pt x="366" y="1"/>
                  </a:moveTo>
                  <a:cubicBezTo>
                    <a:pt x="288" y="5350"/>
                    <a:pt x="184" y="10700"/>
                    <a:pt x="27" y="16023"/>
                  </a:cubicBezTo>
                  <a:cubicBezTo>
                    <a:pt x="1" y="16232"/>
                    <a:pt x="1" y="16441"/>
                    <a:pt x="1" y="16650"/>
                  </a:cubicBezTo>
                  <a:cubicBezTo>
                    <a:pt x="940" y="16624"/>
                    <a:pt x="1906" y="16598"/>
                    <a:pt x="2872" y="16571"/>
                  </a:cubicBezTo>
                  <a:cubicBezTo>
                    <a:pt x="2976" y="11483"/>
                    <a:pt x="3028" y="6394"/>
                    <a:pt x="3002" y="1279"/>
                  </a:cubicBezTo>
                  <a:cubicBezTo>
                    <a:pt x="2976" y="862"/>
                    <a:pt x="2976" y="444"/>
                    <a:pt x="29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59"/>
            <p:cNvSpPr/>
            <p:nvPr/>
          </p:nvSpPr>
          <p:spPr>
            <a:xfrm>
              <a:off x="3125121" y="4892390"/>
              <a:ext cx="70959" cy="310425"/>
            </a:xfrm>
            <a:custGeom>
              <a:rect b="b" l="l" r="r" t="t"/>
              <a:pathLst>
                <a:path extrusionOk="0" h="15189" w="3472">
                  <a:moveTo>
                    <a:pt x="914" y="1"/>
                  </a:moveTo>
                  <a:cubicBezTo>
                    <a:pt x="888" y="183"/>
                    <a:pt x="888" y="392"/>
                    <a:pt x="888" y="575"/>
                  </a:cubicBezTo>
                  <a:cubicBezTo>
                    <a:pt x="575" y="5455"/>
                    <a:pt x="288" y="10335"/>
                    <a:pt x="0" y="15189"/>
                  </a:cubicBezTo>
                  <a:cubicBezTo>
                    <a:pt x="966" y="15084"/>
                    <a:pt x="1905" y="14954"/>
                    <a:pt x="2871" y="14823"/>
                  </a:cubicBezTo>
                  <a:cubicBezTo>
                    <a:pt x="3080" y="10152"/>
                    <a:pt x="3289" y="5481"/>
                    <a:pt x="3471" y="1097"/>
                  </a:cubicBezTo>
                  <a:cubicBezTo>
                    <a:pt x="3445" y="575"/>
                    <a:pt x="3445" y="288"/>
                    <a:pt x="3445" y="27"/>
                  </a:cubicBezTo>
                  <a:cubicBezTo>
                    <a:pt x="2610" y="1"/>
                    <a:pt x="1775" y="1"/>
                    <a:pt x="9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59"/>
            <p:cNvSpPr/>
            <p:nvPr/>
          </p:nvSpPr>
          <p:spPr>
            <a:xfrm>
              <a:off x="926721" y="4898787"/>
              <a:ext cx="59759" cy="326428"/>
            </a:xfrm>
            <a:custGeom>
              <a:rect b="b" l="l" r="r" t="t"/>
              <a:pathLst>
                <a:path extrusionOk="0" h="15972" w="2924">
                  <a:moveTo>
                    <a:pt x="2923" y="1"/>
                  </a:moveTo>
                  <a:cubicBezTo>
                    <a:pt x="2036" y="1"/>
                    <a:pt x="1149" y="27"/>
                    <a:pt x="288" y="53"/>
                  </a:cubicBezTo>
                  <a:cubicBezTo>
                    <a:pt x="235" y="3498"/>
                    <a:pt x="131" y="6916"/>
                    <a:pt x="53" y="10335"/>
                  </a:cubicBezTo>
                  <a:cubicBezTo>
                    <a:pt x="27" y="12188"/>
                    <a:pt x="1" y="14040"/>
                    <a:pt x="1" y="15893"/>
                  </a:cubicBezTo>
                  <a:cubicBezTo>
                    <a:pt x="888" y="15945"/>
                    <a:pt x="1801" y="15972"/>
                    <a:pt x="2715" y="15972"/>
                  </a:cubicBezTo>
                  <a:lnTo>
                    <a:pt x="2871" y="15972"/>
                  </a:lnTo>
                  <a:cubicBezTo>
                    <a:pt x="2897" y="10648"/>
                    <a:pt x="2897" y="5324"/>
                    <a:pt x="29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59"/>
            <p:cNvSpPr/>
            <p:nvPr/>
          </p:nvSpPr>
          <p:spPr>
            <a:xfrm>
              <a:off x="1207246" y="4892390"/>
              <a:ext cx="70959" cy="338159"/>
            </a:xfrm>
            <a:custGeom>
              <a:rect b="b" l="l" r="r" t="t"/>
              <a:pathLst>
                <a:path extrusionOk="0" h="16546" w="3472">
                  <a:moveTo>
                    <a:pt x="3472" y="1"/>
                  </a:moveTo>
                  <a:cubicBezTo>
                    <a:pt x="3054" y="1"/>
                    <a:pt x="2637" y="1"/>
                    <a:pt x="2219" y="27"/>
                  </a:cubicBezTo>
                  <a:lnTo>
                    <a:pt x="810" y="53"/>
                  </a:lnTo>
                  <a:cubicBezTo>
                    <a:pt x="706" y="1697"/>
                    <a:pt x="627" y="3315"/>
                    <a:pt x="549" y="4959"/>
                  </a:cubicBezTo>
                  <a:cubicBezTo>
                    <a:pt x="366" y="8873"/>
                    <a:pt x="184" y="12762"/>
                    <a:pt x="1" y="16441"/>
                  </a:cubicBezTo>
                  <a:cubicBezTo>
                    <a:pt x="967" y="16467"/>
                    <a:pt x="1932" y="16493"/>
                    <a:pt x="2898" y="16546"/>
                  </a:cubicBezTo>
                  <a:cubicBezTo>
                    <a:pt x="3080" y="11013"/>
                    <a:pt x="3289" y="5507"/>
                    <a:pt x="3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59"/>
            <p:cNvSpPr/>
            <p:nvPr/>
          </p:nvSpPr>
          <p:spPr>
            <a:xfrm>
              <a:off x="1457932" y="4889202"/>
              <a:ext cx="76804" cy="350953"/>
            </a:xfrm>
            <a:custGeom>
              <a:rect b="b" l="l" r="r" t="t"/>
              <a:pathLst>
                <a:path extrusionOk="0" h="17172" w="3758">
                  <a:moveTo>
                    <a:pt x="3758" y="0"/>
                  </a:moveTo>
                  <a:cubicBezTo>
                    <a:pt x="2871" y="0"/>
                    <a:pt x="1983" y="0"/>
                    <a:pt x="1096" y="26"/>
                  </a:cubicBezTo>
                  <a:cubicBezTo>
                    <a:pt x="939" y="2427"/>
                    <a:pt x="783" y="4828"/>
                    <a:pt x="626" y="7255"/>
                  </a:cubicBezTo>
                  <a:cubicBezTo>
                    <a:pt x="391" y="10673"/>
                    <a:pt x="183" y="14118"/>
                    <a:pt x="0" y="17067"/>
                  </a:cubicBezTo>
                  <a:cubicBezTo>
                    <a:pt x="966" y="17119"/>
                    <a:pt x="1931" y="17145"/>
                    <a:pt x="2897" y="17171"/>
                  </a:cubicBezTo>
                  <a:cubicBezTo>
                    <a:pt x="3184" y="11456"/>
                    <a:pt x="3471" y="5741"/>
                    <a:pt x="37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59"/>
            <p:cNvSpPr/>
            <p:nvPr/>
          </p:nvSpPr>
          <p:spPr>
            <a:xfrm>
              <a:off x="1697930" y="4889733"/>
              <a:ext cx="71470" cy="354141"/>
            </a:xfrm>
            <a:custGeom>
              <a:rect b="b" l="l" r="r" t="t"/>
              <a:pathLst>
                <a:path extrusionOk="0" h="17328" w="3497">
                  <a:moveTo>
                    <a:pt x="861" y="0"/>
                  </a:moveTo>
                  <a:cubicBezTo>
                    <a:pt x="574" y="5767"/>
                    <a:pt x="287" y="11535"/>
                    <a:pt x="0" y="17302"/>
                  </a:cubicBezTo>
                  <a:cubicBezTo>
                    <a:pt x="966" y="17328"/>
                    <a:pt x="1931" y="17328"/>
                    <a:pt x="2897" y="17328"/>
                  </a:cubicBezTo>
                  <a:cubicBezTo>
                    <a:pt x="2975" y="15527"/>
                    <a:pt x="3001" y="13727"/>
                    <a:pt x="3079" y="11952"/>
                  </a:cubicBezTo>
                  <a:cubicBezTo>
                    <a:pt x="3210" y="7881"/>
                    <a:pt x="3366" y="3810"/>
                    <a:pt x="3497" y="26"/>
                  </a:cubicBezTo>
                  <a:cubicBezTo>
                    <a:pt x="2610" y="26"/>
                    <a:pt x="1749" y="26"/>
                    <a:pt x="8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59"/>
            <p:cNvSpPr/>
            <p:nvPr/>
          </p:nvSpPr>
          <p:spPr>
            <a:xfrm>
              <a:off x="2242446" y="4891327"/>
              <a:ext cx="73105" cy="347213"/>
            </a:xfrm>
            <a:custGeom>
              <a:rect b="b" l="l" r="r" t="t"/>
              <a:pathLst>
                <a:path extrusionOk="0" h="16989" w="3577">
                  <a:moveTo>
                    <a:pt x="3576" y="1"/>
                  </a:moveTo>
                  <a:cubicBezTo>
                    <a:pt x="2689" y="1"/>
                    <a:pt x="1802" y="27"/>
                    <a:pt x="940" y="27"/>
                  </a:cubicBezTo>
                  <a:cubicBezTo>
                    <a:pt x="627" y="5585"/>
                    <a:pt x="314" y="11117"/>
                    <a:pt x="1" y="16676"/>
                  </a:cubicBezTo>
                  <a:cubicBezTo>
                    <a:pt x="1" y="16780"/>
                    <a:pt x="1" y="16885"/>
                    <a:pt x="1" y="16989"/>
                  </a:cubicBezTo>
                  <a:cubicBezTo>
                    <a:pt x="940" y="16989"/>
                    <a:pt x="1906" y="16963"/>
                    <a:pt x="2871" y="16937"/>
                  </a:cubicBezTo>
                  <a:cubicBezTo>
                    <a:pt x="2950" y="14640"/>
                    <a:pt x="3080" y="12370"/>
                    <a:pt x="3185" y="10100"/>
                  </a:cubicBezTo>
                  <a:cubicBezTo>
                    <a:pt x="3315" y="6733"/>
                    <a:pt x="3446" y="3393"/>
                    <a:pt x="35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59"/>
            <p:cNvSpPr/>
            <p:nvPr/>
          </p:nvSpPr>
          <p:spPr>
            <a:xfrm>
              <a:off x="2004594" y="4894004"/>
              <a:ext cx="61353" cy="348275"/>
            </a:xfrm>
            <a:custGeom>
              <a:rect b="b" l="l" r="r" t="t"/>
              <a:pathLst>
                <a:path extrusionOk="0" h="17041" w="3002">
                  <a:moveTo>
                    <a:pt x="339" y="0"/>
                  </a:moveTo>
                  <a:cubicBezTo>
                    <a:pt x="339" y="5350"/>
                    <a:pt x="131" y="10673"/>
                    <a:pt x="26" y="16023"/>
                  </a:cubicBezTo>
                  <a:cubicBezTo>
                    <a:pt x="0" y="16362"/>
                    <a:pt x="0" y="16701"/>
                    <a:pt x="0" y="17041"/>
                  </a:cubicBezTo>
                  <a:cubicBezTo>
                    <a:pt x="966" y="17041"/>
                    <a:pt x="1905" y="17015"/>
                    <a:pt x="2871" y="17015"/>
                  </a:cubicBezTo>
                  <a:cubicBezTo>
                    <a:pt x="2923" y="11743"/>
                    <a:pt x="2975" y="6472"/>
                    <a:pt x="3001" y="1200"/>
                  </a:cubicBezTo>
                  <a:lnTo>
                    <a:pt x="2975" y="1200"/>
                  </a:lnTo>
                  <a:cubicBezTo>
                    <a:pt x="2975" y="809"/>
                    <a:pt x="2949" y="418"/>
                    <a:pt x="29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59"/>
            <p:cNvSpPr/>
            <p:nvPr/>
          </p:nvSpPr>
          <p:spPr>
            <a:xfrm>
              <a:off x="38200" y="961891"/>
              <a:ext cx="3968002" cy="3814128"/>
            </a:xfrm>
            <a:custGeom>
              <a:rect b="b" l="l" r="r" t="t"/>
              <a:pathLst>
                <a:path extrusionOk="0" h="186624" w="194153">
                  <a:moveTo>
                    <a:pt x="91829" y="1"/>
                  </a:moveTo>
                  <a:cubicBezTo>
                    <a:pt x="87007" y="1"/>
                    <a:pt x="82206" y="374"/>
                    <a:pt x="77426" y="1140"/>
                  </a:cubicBezTo>
                  <a:cubicBezTo>
                    <a:pt x="73434" y="1767"/>
                    <a:pt x="69571" y="2915"/>
                    <a:pt x="65657" y="3932"/>
                  </a:cubicBezTo>
                  <a:cubicBezTo>
                    <a:pt x="55401" y="6646"/>
                    <a:pt x="45850" y="10874"/>
                    <a:pt x="37526" y="17581"/>
                  </a:cubicBezTo>
                  <a:cubicBezTo>
                    <a:pt x="30793" y="22930"/>
                    <a:pt x="24713" y="29037"/>
                    <a:pt x="19389" y="35769"/>
                  </a:cubicBezTo>
                  <a:cubicBezTo>
                    <a:pt x="9107" y="48948"/>
                    <a:pt x="3653" y="64110"/>
                    <a:pt x="1487" y="80550"/>
                  </a:cubicBezTo>
                  <a:cubicBezTo>
                    <a:pt x="1227" y="82533"/>
                    <a:pt x="1227" y="84569"/>
                    <a:pt x="913" y="86552"/>
                  </a:cubicBezTo>
                  <a:cubicBezTo>
                    <a:pt x="365" y="90466"/>
                    <a:pt x="52" y="94407"/>
                    <a:pt x="0" y="98374"/>
                  </a:cubicBezTo>
                  <a:cubicBezTo>
                    <a:pt x="0" y="101114"/>
                    <a:pt x="130" y="103828"/>
                    <a:pt x="444" y="106542"/>
                  </a:cubicBezTo>
                  <a:cubicBezTo>
                    <a:pt x="1174" y="113587"/>
                    <a:pt x="3001" y="120477"/>
                    <a:pt x="5898" y="126922"/>
                  </a:cubicBezTo>
                  <a:cubicBezTo>
                    <a:pt x="10334" y="136708"/>
                    <a:pt x="16179" y="145790"/>
                    <a:pt x="23304" y="153827"/>
                  </a:cubicBezTo>
                  <a:cubicBezTo>
                    <a:pt x="28731" y="160038"/>
                    <a:pt x="34734" y="165597"/>
                    <a:pt x="41623" y="170111"/>
                  </a:cubicBezTo>
                  <a:cubicBezTo>
                    <a:pt x="52165" y="177027"/>
                    <a:pt x="63595" y="181880"/>
                    <a:pt x="75991" y="184359"/>
                  </a:cubicBezTo>
                  <a:cubicBezTo>
                    <a:pt x="80401" y="185273"/>
                    <a:pt x="84864" y="185951"/>
                    <a:pt x="89326" y="186343"/>
                  </a:cubicBezTo>
                  <a:cubicBezTo>
                    <a:pt x="91873" y="186532"/>
                    <a:pt x="94428" y="186624"/>
                    <a:pt x="96982" y="186624"/>
                  </a:cubicBezTo>
                  <a:cubicBezTo>
                    <a:pt x="99347" y="186624"/>
                    <a:pt x="101712" y="186545"/>
                    <a:pt x="104070" y="186395"/>
                  </a:cubicBezTo>
                  <a:cubicBezTo>
                    <a:pt x="108898" y="186108"/>
                    <a:pt x="113725" y="185821"/>
                    <a:pt x="118475" y="184855"/>
                  </a:cubicBezTo>
                  <a:cubicBezTo>
                    <a:pt x="128548" y="182820"/>
                    <a:pt x="138256" y="179741"/>
                    <a:pt x="147232" y="174704"/>
                  </a:cubicBezTo>
                  <a:cubicBezTo>
                    <a:pt x="155479" y="170007"/>
                    <a:pt x="162890" y="163979"/>
                    <a:pt x="169127" y="156828"/>
                  </a:cubicBezTo>
                  <a:cubicBezTo>
                    <a:pt x="176303" y="148739"/>
                    <a:pt x="181757" y="139527"/>
                    <a:pt x="186193" y="129715"/>
                  </a:cubicBezTo>
                  <a:cubicBezTo>
                    <a:pt x="189482" y="122460"/>
                    <a:pt x="192169" y="114997"/>
                    <a:pt x="193161" y="107011"/>
                  </a:cubicBezTo>
                  <a:cubicBezTo>
                    <a:pt x="193683" y="102810"/>
                    <a:pt x="194153" y="98582"/>
                    <a:pt x="193474" y="94329"/>
                  </a:cubicBezTo>
                  <a:cubicBezTo>
                    <a:pt x="193422" y="93885"/>
                    <a:pt x="193396" y="93415"/>
                    <a:pt x="193422" y="92946"/>
                  </a:cubicBezTo>
                  <a:cubicBezTo>
                    <a:pt x="193422" y="89553"/>
                    <a:pt x="193083" y="86135"/>
                    <a:pt x="192404" y="82794"/>
                  </a:cubicBezTo>
                  <a:cubicBezTo>
                    <a:pt x="190212" y="71573"/>
                    <a:pt x="186663" y="60665"/>
                    <a:pt x="181835" y="50279"/>
                  </a:cubicBezTo>
                  <a:cubicBezTo>
                    <a:pt x="174633" y="34882"/>
                    <a:pt x="162603" y="22252"/>
                    <a:pt x="147546" y="14345"/>
                  </a:cubicBezTo>
                  <a:cubicBezTo>
                    <a:pt x="139926" y="10404"/>
                    <a:pt x="132175" y="6751"/>
                    <a:pt x="123877" y="4402"/>
                  </a:cubicBezTo>
                  <a:cubicBezTo>
                    <a:pt x="114039" y="1636"/>
                    <a:pt x="103861" y="149"/>
                    <a:pt x="93632" y="18"/>
                  </a:cubicBezTo>
                  <a:cubicBezTo>
                    <a:pt x="93030" y="7"/>
                    <a:pt x="92430" y="1"/>
                    <a:pt x="91829" y="1"/>
                  </a:cubicBezTo>
                  <a:close/>
                </a:path>
              </a:pathLst>
            </a:custGeom>
            <a:solidFill>
              <a:srgbClr val="000000">
                <a:alpha val="2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59"/>
            <p:cNvSpPr/>
            <p:nvPr/>
          </p:nvSpPr>
          <p:spPr>
            <a:xfrm>
              <a:off x="1378451" y="1528398"/>
              <a:ext cx="1401093" cy="2682994"/>
            </a:xfrm>
            <a:custGeom>
              <a:rect b="b" l="l" r="r" t="t"/>
              <a:pathLst>
                <a:path extrusionOk="0" h="131278" w="68555">
                  <a:moveTo>
                    <a:pt x="34469" y="0"/>
                  </a:moveTo>
                  <a:cubicBezTo>
                    <a:pt x="33844" y="0"/>
                    <a:pt x="33217" y="39"/>
                    <a:pt x="32594" y="117"/>
                  </a:cubicBezTo>
                  <a:cubicBezTo>
                    <a:pt x="26149" y="874"/>
                    <a:pt x="21999" y="4006"/>
                    <a:pt x="20042" y="10321"/>
                  </a:cubicBezTo>
                  <a:cubicBezTo>
                    <a:pt x="18477" y="15410"/>
                    <a:pt x="19651" y="21203"/>
                    <a:pt x="24583" y="24700"/>
                  </a:cubicBezTo>
                  <a:cubicBezTo>
                    <a:pt x="25183" y="25143"/>
                    <a:pt x="25757" y="25639"/>
                    <a:pt x="26436" y="26161"/>
                  </a:cubicBezTo>
                  <a:cubicBezTo>
                    <a:pt x="18242" y="30128"/>
                    <a:pt x="13466" y="36365"/>
                    <a:pt x="12866" y="45341"/>
                  </a:cubicBezTo>
                  <a:cubicBezTo>
                    <a:pt x="12266" y="54318"/>
                    <a:pt x="16232" y="61130"/>
                    <a:pt x="23826" y="66218"/>
                  </a:cubicBezTo>
                  <a:cubicBezTo>
                    <a:pt x="15867" y="69037"/>
                    <a:pt x="9708" y="73890"/>
                    <a:pt x="5533" y="81093"/>
                  </a:cubicBezTo>
                  <a:cubicBezTo>
                    <a:pt x="1332" y="88269"/>
                    <a:pt x="1" y="96020"/>
                    <a:pt x="1566" y="104188"/>
                  </a:cubicBezTo>
                  <a:cubicBezTo>
                    <a:pt x="4280" y="118436"/>
                    <a:pt x="15919" y="129292"/>
                    <a:pt x="30350" y="131040"/>
                  </a:cubicBezTo>
                  <a:cubicBezTo>
                    <a:pt x="31679" y="131199"/>
                    <a:pt x="33003" y="131277"/>
                    <a:pt x="34318" y="131277"/>
                  </a:cubicBezTo>
                  <a:cubicBezTo>
                    <a:pt x="47250" y="131277"/>
                    <a:pt x="59194" y="123742"/>
                    <a:pt x="64666" y="111756"/>
                  </a:cubicBezTo>
                  <a:cubicBezTo>
                    <a:pt x="67667" y="105153"/>
                    <a:pt x="68554" y="98264"/>
                    <a:pt x="66989" y="91192"/>
                  </a:cubicBezTo>
                  <a:cubicBezTo>
                    <a:pt x="64379" y="79266"/>
                    <a:pt x="57124" y="71176"/>
                    <a:pt x="45903" y="66505"/>
                  </a:cubicBezTo>
                  <a:cubicBezTo>
                    <a:pt x="53915" y="61364"/>
                    <a:pt x="58142" y="54292"/>
                    <a:pt x="57281" y="44846"/>
                  </a:cubicBezTo>
                  <a:cubicBezTo>
                    <a:pt x="56446" y="35321"/>
                    <a:pt x="50992" y="29084"/>
                    <a:pt x="42224" y="25535"/>
                  </a:cubicBezTo>
                  <a:cubicBezTo>
                    <a:pt x="43059" y="24830"/>
                    <a:pt x="43868" y="24073"/>
                    <a:pt x="44651" y="23290"/>
                  </a:cubicBezTo>
                  <a:cubicBezTo>
                    <a:pt x="51879" y="15305"/>
                    <a:pt x="47913" y="4397"/>
                    <a:pt x="40006" y="1083"/>
                  </a:cubicBezTo>
                  <a:cubicBezTo>
                    <a:pt x="38241" y="357"/>
                    <a:pt x="36359" y="0"/>
                    <a:pt x="344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59"/>
            <p:cNvSpPr/>
            <p:nvPr/>
          </p:nvSpPr>
          <p:spPr>
            <a:xfrm>
              <a:off x="288314" y="1647773"/>
              <a:ext cx="539754" cy="1439842"/>
            </a:xfrm>
            <a:custGeom>
              <a:rect b="b" l="l" r="r" t="t"/>
              <a:pathLst>
                <a:path extrusionOk="0" h="70451" w="26410">
                  <a:moveTo>
                    <a:pt x="25867" y="1"/>
                  </a:moveTo>
                  <a:cubicBezTo>
                    <a:pt x="25711" y="1"/>
                    <a:pt x="25559" y="112"/>
                    <a:pt x="25418" y="200"/>
                  </a:cubicBezTo>
                  <a:cubicBezTo>
                    <a:pt x="24453" y="879"/>
                    <a:pt x="23487" y="1531"/>
                    <a:pt x="22574" y="2288"/>
                  </a:cubicBezTo>
                  <a:cubicBezTo>
                    <a:pt x="7856" y="14396"/>
                    <a:pt x="471" y="30028"/>
                    <a:pt x="1" y="48999"/>
                  </a:cubicBezTo>
                  <a:cubicBezTo>
                    <a:pt x="27" y="50904"/>
                    <a:pt x="131" y="52809"/>
                    <a:pt x="288" y="54688"/>
                  </a:cubicBezTo>
                  <a:cubicBezTo>
                    <a:pt x="653" y="59647"/>
                    <a:pt x="1775" y="64500"/>
                    <a:pt x="3576" y="69119"/>
                  </a:cubicBezTo>
                  <a:cubicBezTo>
                    <a:pt x="3782" y="69659"/>
                    <a:pt x="3835" y="70451"/>
                    <a:pt x="4509" y="70451"/>
                  </a:cubicBezTo>
                  <a:cubicBezTo>
                    <a:pt x="4520" y="70451"/>
                    <a:pt x="4530" y="70451"/>
                    <a:pt x="4542" y="70450"/>
                  </a:cubicBezTo>
                  <a:cubicBezTo>
                    <a:pt x="5377" y="70424"/>
                    <a:pt x="5272" y="69511"/>
                    <a:pt x="5351" y="68963"/>
                  </a:cubicBezTo>
                  <a:cubicBezTo>
                    <a:pt x="5820" y="65831"/>
                    <a:pt x="6238" y="62726"/>
                    <a:pt x="6655" y="59594"/>
                  </a:cubicBezTo>
                  <a:cubicBezTo>
                    <a:pt x="7308" y="54714"/>
                    <a:pt x="7804" y="49834"/>
                    <a:pt x="8900" y="45033"/>
                  </a:cubicBezTo>
                  <a:cubicBezTo>
                    <a:pt x="9865" y="40857"/>
                    <a:pt x="11092" y="36760"/>
                    <a:pt x="12344" y="32663"/>
                  </a:cubicBezTo>
                  <a:cubicBezTo>
                    <a:pt x="15345" y="22643"/>
                    <a:pt x="19129" y="12987"/>
                    <a:pt x="24505" y="3984"/>
                  </a:cubicBezTo>
                  <a:cubicBezTo>
                    <a:pt x="25105" y="2966"/>
                    <a:pt x="25627" y="1896"/>
                    <a:pt x="26175" y="879"/>
                  </a:cubicBezTo>
                  <a:cubicBezTo>
                    <a:pt x="26332" y="592"/>
                    <a:pt x="26410" y="304"/>
                    <a:pt x="26097" y="96"/>
                  </a:cubicBezTo>
                  <a:cubicBezTo>
                    <a:pt x="26020" y="27"/>
                    <a:pt x="25943" y="1"/>
                    <a:pt x="258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59"/>
            <p:cNvSpPr/>
            <p:nvPr/>
          </p:nvSpPr>
          <p:spPr>
            <a:xfrm>
              <a:off x="908061" y="1155066"/>
              <a:ext cx="994141" cy="408382"/>
            </a:xfrm>
            <a:custGeom>
              <a:rect b="b" l="l" r="r" t="t"/>
              <a:pathLst>
                <a:path extrusionOk="0" h="19982" w="48643">
                  <a:moveTo>
                    <a:pt x="39071" y="1"/>
                  </a:moveTo>
                  <a:cubicBezTo>
                    <a:pt x="36858" y="1"/>
                    <a:pt x="34645" y="155"/>
                    <a:pt x="32437" y="509"/>
                  </a:cubicBezTo>
                  <a:cubicBezTo>
                    <a:pt x="23199" y="1970"/>
                    <a:pt x="14744" y="5310"/>
                    <a:pt x="7411" y="11286"/>
                  </a:cubicBezTo>
                  <a:cubicBezTo>
                    <a:pt x="4802" y="13452"/>
                    <a:pt x="2453" y="15957"/>
                    <a:pt x="418" y="18671"/>
                  </a:cubicBezTo>
                  <a:cubicBezTo>
                    <a:pt x="339" y="18776"/>
                    <a:pt x="261" y="18880"/>
                    <a:pt x="209" y="18985"/>
                  </a:cubicBezTo>
                  <a:cubicBezTo>
                    <a:pt x="26" y="19193"/>
                    <a:pt x="0" y="19454"/>
                    <a:pt x="105" y="19689"/>
                  </a:cubicBezTo>
                  <a:cubicBezTo>
                    <a:pt x="228" y="19919"/>
                    <a:pt x="412" y="19981"/>
                    <a:pt x="607" y="19981"/>
                  </a:cubicBezTo>
                  <a:cubicBezTo>
                    <a:pt x="699" y="19981"/>
                    <a:pt x="795" y="19967"/>
                    <a:pt x="887" y="19950"/>
                  </a:cubicBezTo>
                  <a:cubicBezTo>
                    <a:pt x="1540" y="19767"/>
                    <a:pt x="2166" y="19506"/>
                    <a:pt x="2740" y="19167"/>
                  </a:cubicBezTo>
                  <a:cubicBezTo>
                    <a:pt x="8873" y="16114"/>
                    <a:pt x="15031" y="13139"/>
                    <a:pt x="21373" y="10582"/>
                  </a:cubicBezTo>
                  <a:cubicBezTo>
                    <a:pt x="29697" y="7320"/>
                    <a:pt x="38204" y="4527"/>
                    <a:pt x="46842" y="2257"/>
                  </a:cubicBezTo>
                  <a:cubicBezTo>
                    <a:pt x="47338" y="2127"/>
                    <a:pt x="47808" y="1970"/>
                    <a:pt x="48277" y="1813"/>
                  </a:cubicBezTo>
                  <a:cubicBezTo>
                    <a:pt x="48486" y="1735"/>
                    <a:pt x="48643" y="1552"/>
                    <a:pt x="48617" y="1318"/>
                  </a:cubicBezTo>
                  <a:cubicBezTo>
                    <a:pt x="48591" y="1083"/>
                    <a:pt x="48382" y="874"/>
                    <a:pt x="48121" y="822"/>
                  </a:cubicBezTo>
                  <a:cubicBezTo>
                    <a:pt x="47625" y="691"/>
                    <a:pt x="47129" y="587"/>
                    <a:pt x="46633" y="535"/>
                  </a:cubicBezTo>
                  <a:cubicBezTo>
                    <a:pt x="44117" y="201"/>
                    <a:pt x="41594" y="1"/>
                    <a:pt x="39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59"/>
            <p:cNvSpPr/>
            <p:nvPr/>
          </p:nvSpPr>
          <p:spPr>
            <a:xfrm>
              <a:off x="615253" y="3991239"/>
              <a:ext cx="2784017" cy="801048"/>
            </a:xfrm>
            <a:custGeom>
              <a:rect b="b" l="l" r="r" t="t"/>
              <a:pathLst>
                <a:path extrusionOk="0" h="39195" w="136221">
                  <a:moveTo>
                    <a:pt x="64108" y="1"/>
                  </a:moveTo>
                  <a:cubicBezTo>
                    <a:pt x="63174" y="1"/>
                    <a:pt x="62239" y="10"/>
                    <a:pt x="61300" y="44"/>
                  </a:cubicBezTo>
                  <a:cubicBezTo>
                    <a:pt x="54619" y="227"/>
                    <a:pt x="47939" y="748"/>
                    <a:pt x="41310" y="1531"/>
                  </a:cubicBezTo>
                  <a:cubicBezTo>
                    <a:pt x="36430" y="2132"/>
                    <a:pt x="31550" y="2810"/>
                    <a:pt x="26749" y="3958"/>
                  </a:cubicBezTo>
                  <a:cubicBezTo>
                    <a:pt x="19103" y="5759"/>
                    <a:pt x="11692" y="8368"/>
                    <a:pt x="4280" y="11004"/>
                  </a:cubicBezTo>
                  <a:cubicBezTo>
                    <a:pt x="3367" y="11317"/>
                    <a:pt x="2480" y="11709"/>
                    <a:pt x="1619" y="12100"/>
                  </a:cubicBezTo>
                  <a:cubicBezTo>
                    <a:pt x="157" y="12753"/>
                    <a:pt x="1" y="13770"/>
                    <a:pt x="1201" y="14788"/>
                  </a:cubicBezTo>
                  <a:cubicBezTo>
                    <a:pt x="2610" y="16067"/>
                    <a:pt x="4098" y="17215"/>
                    <a:pt x="5690" y="18259"/>
                  </a:cubicBezTo>
                  <a:cubicBezTo>
                    <a:pt x="9917" y="20921"/>
                    <a:pt x="14197" y="23530"/>
                    <a:pt x="18581" y="25931"/>
                  </a:cubicBezTo>
                  <a:cubicBezTo>
                    <a:pt x="24244" y="29010"/>
                    <a:pt x="30037" y="31829"/>
                    <a:pt x="36169" y="33812"/>
                  </a:cubicBezTo>
                  <a:cubicBezTo>
                    <a:pt x="47041" y="37369"/>
                    <a:pt x="58401" y="39194"/>
                    <a:pt x="69848" y="39194"/>
                  </a:cubicBezTo>
                  <a:cubicBezTo>
                    <a:pt x="70243" y="39194"/>
                    <a:pt x="70638" y="39192"/>
                    <a:pt x="71033" y="39188"/>
                  </a:cubicBezTo>
                  <a:cubicBezTo>
                    <a:pt x="74295" y="39162"/>
                    <a:pt x="77583" y="38927"/>
                    <a:pt x="80819" y="38457"/>
                  </a:cubicBezTo>
                  <a:cubicBezTo>
                    <a:pt x="85882" y="37648"/>
                    <a:pt x="90918" y="36604"/>
                    <a:pt x="95851" y="35273"/>
                  </a:cubicBezTo>
                  <a:cubicBezTo>
                    <a:pt x="100939" y="33942"/>
                    <a:pt x="106028" y="32664"/>
                    <a:pt x="110934" y="30733"/>
                  </a:cubicBezTo>
                  <a:cubicBezTo>
                    <a:pt x="116571" y="28488"/>
                    <a:pt x="121842" y="25540"/>
                    <a:pt x="127139" y="22565"/>
                  </a:cubicBezTo>
                  <a:cubicBezTo>
                    <a:pt x="129384" y="21338"/>
                    <a:pt x="131497" y="19877"/>
                    <a:pt x="133481" y="18259"/>
                  </a:cubicBezTo>
                  <a:cubicBezTo>
                    <a:pt x="134211" y="17659"/>
                    <a:pt x="134864" y="17006"/>
                    <a:pt x="135438" y="16276"/>
                  </a:cubicBezTo>
                  <a:cubicBezTo>
                    <a:pt x="136221" y="15258"/>
                    <a:pt x="136090" y="14710"/>
                    <a:pt x="134942" y="14110"/>
                  </a:cubicBezTo>
                  <a:cubicBezTo>
                    <a:pt x="132515" y="12857"/>
                    <a:pt x="130010" y="11761"/>
                    <a:pt x="127426" y="10848"/>
                  </a:cubicBezTo>
                  <a:cubicBezTo>
                    <a:pt x="121503" y="8708"/>
                    <a:pt x="115422" y="7064"/>
                    <a:pt x="109342" y="5367"/>
                  </a:cubicBezTo>
                  <a:cubicBezTo>
                    <a:pt x="101931" y="3280"/>
                    <a:pt x="94389" y="1766"/>
                    <a:pt x="86743" y="827"/>
                  </a:cubicBezTo>
                  <a:cubicBezTo>
                    <a:pt x="81263" y="187"/>
                    <a:pt x="75743" y="8"/>
                    <a:pt x="70218" y="8"/>
                  </a:cubicBezTo>
                  <a:cubicBezTo>
                    <a:pt x="69429" y="8"/>
                    <a:pt x="68639" y="11"/>
                    <a:pt x="67850" y="18"/>
                  </a:cubicBezTo>
                  <a:cubicBezTo>
                    <a:pt x="66597" y="18"/>
                    <a:pt x="65353" y="1"/>
                    <a:pt x="64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59"/>
            <p:cNvSpPr/>
            <p:nvPr/>
          </p:nvSpPr>
          <p:spPr>
            <a:xfrm>
              <a:off x="2503249" y="2006492"/>
              <a:ext cx="505624" cy="448521"/>
            </a:xfrm>
            <a:custGeom>
              <a:rect b="b" l="l" r="r" t="t"/>
              <a:pathLst>
                <a:path extrusionOk="0" h="21946" w="24740">
                  <a:moveTo>
                    <a:pt x="13042" y="1"/>
                  </a:moveTo>
                  <a:cubicBezTo>
                    <a:pt x="12282" y="1"/>
                    <a:pt x="11583" y="491"/>
                    <a:pt x="11405" y="1254"/>
                  </a:cubicBezTo>
                  <a:cubicBezTo>
                    <a:pt x="11352" y="1437"/>
                    <a:pt x="11326" y="1646"/>
                    <a:pt x="11300" y="1855"/>
                  </a:cubicBezTo>
                  <a:cubicBezTo>
                    <a:pt x="10778" y="4621"/>
                    <a:pt x="10256" y="7387"/>
                    <a:pt x="9969" y="10205"/>
                  </a:cubicBezTo>
                  <a:cubicBezTo>
                    <a:pt x="9917" y="10832"/>
                    <a:pt x="9578" y="11406"/>
                    <a:pt x="9056" y="11745"/>
                  </a:cubicBezTo>
                  <a:cubicBezTo>
                    <a:pt x="6316" y="13911"/>
                    <a:pt x="3759" y="16286"/>
                    <a:pt x="1149" y="18608"/>
                  </a:cubicBezTo>
                  <a:cubicBezTo>
                    <a:pt x="914" y="18817"/>
                    <a:pt x="679" y="19052"/>
                    <a:pt x="470" y="19339"/>
                  </a:cubicBezTo>
                  <a:cubicBezTo>
                    <a:pt x="1" y="19913"/>
                    <a:pt x="1" y="20748"/>
                    <a:pt x="470" y="21322"/>
                  </a:cubicBezTo>
                  <a:cubicBezTo>
                    <a:pt x="773" y="21726"/>
                    <a:pt x="1250" y="21945"/>
                    <a:pt x="1732" y="21945"/>
                  </a:cubicBezTo>
                  <a:cubicBezTo>
                    <a:pt x="1998" y="21945"/>
                    <a:pt x="2265" y="21879"/>
                    <a:pt x="2506" y="21740"/>
                  </a:cubicBezTo>
                  <a:cubicBezTo>
                    <a:pt x="2871" y="21531"/>
                    <a:pt x="3211" y="21296"/>
                    <a:pt x="3524" y="21009"/>
                  </a:cubicBezTo>
                  <a:cubicBezTo>
                    <a:pt x="5925" y="19078"/>
                    <a:pt x="8351" y="17199"/>
                    <a:pt x="10674" y="15216"/>
                  </a:cubicBezTo>
                  <a:cubicBezTo>
                    <a:pt x="11181" y="14779"/>
                    <a:pt x="11664" y="14553"/>
                    <a:pt x="12202" y="14553"/>
                  </a:cubicBezTo>
                  <a:cubicBezTo>
                    <a:pt x="12468" y="14553"/>
                    <a:pt x="12747" y="14608"/>
                    <a:pt x="13049" y="14720"/>
                  </a:cubicBezTo>
                  <a:cubicBezTo>
                    <a:pt x="13362" y="14824"/>
                    <a:pt x="13701" y="14877"/>
                    <a:pt x="14040" y="14903"/>
                  </a:cubicBezTo>
                  <a:cubicBezTo>
                    <a:pt x="15684" y="15059"/>
                    <a:pt x="17302" y="15190"/>
                    <a:pt x="18920" y="15372"/>
                  </a:cubicBezTo>
                  <a:cubicBezTo>
                    <a:pt x="20068" y="15503"/>
                    <a:pt x="21164" y="15712"/>
                    <a:pt x="22313" y="15842"/>
                  </a:cubicBezTo>
                  <a:cubicBezTo>
                    <a:pt x="22437" y="15859"/>
                    <a:pt x="22558" y="15867"/>
                    <a:pt x="22675" y="15867"/>
                  </a:cubicBezTo>
                  <a:cubicBezTo>
                    <a:pt x="23667" y="15867"/>
                    <a:pt x="24394" y="15288"/>
                    <a:pt x="24557" y="14355"/>
                  </a:cubicBezTo>
                  <a:cubicBezTo>
                    <a:pt x="24740" y="13363"/>
                    <a:pt x="24165" y="12476"/>
                    <a:pt x="23069" y="12215"/>
                  </a:cubicBezTo>
                  <a:cubicBezTo>
                    <a:pt x="22339" y="12032"/>
                    <a:pt x="21582" y="11928"/>
                    <a:pt x="20825" y="11849"/>
                  </a:cubicBezTo>
                  <a:cubicBezTo>
                    <a:pt x="19233" y="11641"/>
                    <a:pt x="17615" y="11458"/>
                    <a:pt x="15997" y="11275"/>
                  </a:cubicBezTo>
                  <a:cubicBezTo>
                    <a:pt x="16154" y="10779"/>
                    <a:pt x="16519" y="10623"/>
                    <a:pt x="16806" y="10414"/>
                  </a:cubicBezTo>
                  <a:cubicBezTo>
                    <a:pt x="18659" y="8953"/>
                    <a:pt x="20512" y="7517"/>
                    <a:pt x="22365" y="6056"/>
                  </a:cubicBezTo>
                  <a:cubicBezTo>
                    <a:pt x="22730" y="5795"/>
                    <a:pt x="23069" y="5482"/>
                    <a:pt x="23383" y="5143"/>
                  </a:cubicBezTo>
                  <a:cubicBezTo>
                    <a:pt x="24443" y="3884"/>
                    <a:pt x="23428" y="2139"/>
                    <a:pt x="22015" y="2139"/>
                  </a:cubicBezTo>
                  <a:cubicBezTo>
                    <a:pt x="21759" y="2139"/>
                    <a:pt x="21489" y="2196"/>
                    <a:pt x="21217" y="2324"/>
                  </a:cubicBezTo>
                  <a:cubicBezTo>
                    <a:pt x="20930" y="2455"/>
                    <a:pt x="20643" y="2638"/>
                    <a:pt x="20382" y="2872"/>
                  </a:cubicBezTo>
                  <a:cubicBezTo>
                    <a:pt x="18633" y="4229"/>
                    <a:pt x="16885" y="5612"/>
                    <a:pt x="15110" y="6969"/>
                  </a:cubicBezTo>
                  <a:cubicBezTo>
                    <a:pt x="14797" y="7204"/>
                    <a:pt x="14536" y="7570"/>
                    <a:pt x="13936" y="7674"/>
                  </a:cubicBezTo>
                  <a:lnTo>
                    <a:pt x="13936" y="7648"/>
                  </a:lnTo>
                  <a:cubicBezTo>
                    <a:pt x="14040" y="6682"/>
                    <a:pt x="14197" y="5821"/>
                    <a:pt x="14275" y="4934"/>
                  </a:cubicBezTo>
                  <a:cubicBezTo>
                    <a:pt x="14380" y="3812"/>
                    <a:pt x="14719" y="2716"/>
                    <a:pt x="14614" y="1568"/>
                  </a:cubicBezTo>
                  <a:cubicBezTo>
                    <a:pt x="14588" y="733"/>
                    <a:pt x="13936" y="54"/>
                    <a:pt x="13101" y="2"/>
                  </a:cubicBezTo>
                  <a:cubicBezTo>
                    <a:pt x="13081" y="1"/>
                    <a:pt x="13062" y="1"/>
                    <a:pt x="13042" y="1"/>
                  </a:cubicBezTo>
                  <a:close/>
                </a:path>
              </a:pathLst>
            </a:custGeom>
            <a:solidFill>
              <a:srgbClr val="D4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59"/>
            <p:cNvSpPr/>
            <p:nvPr/>
          </p:nvSpPr>
          <p:spPr>
            <a:xfrm>
              <a:off x="1161915" y="1933857"/>
              <a:ext cx="529086" cy="480751"/>
            </a:xfrm>
            <a:custGeom>
              <a:rect b="b" l="l" r="r" t="t"/>
              <a:pathLst>
                <a:path extrusionOk="0" h="23523" w="25888">
                  <a:moveTo>
                    <a:pt x="11456" y="0"/>
                  </a:moveTo>
                  <a:cubicBezTo>
                    <a:pt x="11405" y="0"/>
                    <a:pt x="11353" y="2"/>
                    <a:pt x="11300" y="7"/>
                  </a:cubicBezTo>
                  <a:cubicBezTo>
                    <a:pt x="10413" y="111"/>
                    <a:pt x="9839" y="816"/>
                    <a:pt x="9839" y="1912"/>
                  </a:cubicBezTo>
                  <a:cubicBezTo>
                    <a:pt x="9839" y="2669"/>
                    <a:pt x="9917" y="3425"/>
                    <a:pt x="9996" y="4156"/>
                  </a:cubicBezTo>
                  <a:cubicBezTo>
                    <a:pt x="10125" y="5531"/>
                    <a:pt x="10255" y="6906"/>
                    <a:pt x="10410" y="8281"/>
                  </a:cubicBezTo>
                  <a:lnTo>
                    <a:pt x="10410" y="8281"/>
                  </a:lnTo>
                  <a:lnTo>
                    <a:pt x="10152" y="8436"/>
                  </a:lnTo>
                  <a:cubicBezTo>
                    <a:pt x="9448" y="7940"/>
                    <a:pt x="8743" y="7418"/>
                    <a:pt x="8012" y="6922"/>
                  </a:cubicBezTo>
                  <a:cubicBezTo>
                    <a:pt x="7229" y="6374"/>
                    <a:pt x="6473" y="5774"/>
                    <a:pt x="5638" y="5278"/>
                  </a:cubicBezTo>
                  <a:cubicBezTo>
                    <a:pt x="5392" y="5127"/>
                    <a:pt x="5119" y="5055"/>
                    <a:pt x="4848" y="5055"/>
                  </a:cubicBezTo>
                  <a:cubicBezTo>
                    <a:pt x="4371" y="5055"/>
                    <a:pt x="3902" y="5280"/>
                    <a:pt x="3602" y="5696"/>
                  </a:cubicBezTo>
                  <a:cubicBezTo>
                    <a:pt x="3080" y="6348"/>
                    <a:pt x="3132" y="7288"/>
                    <a:pt x="3733" y="7862"/>
                  </a:cubicBezTo>
                  <a:cubicBezTo>
                    <a:pt x="3967" y="8149"/>
                    <a:pt x="4307" y="8357"/>
                    <a:pt x="4594" y="8592"/>
                  </a:cubicBezTo>
                  <a:cubicBezTo>
                    <a:pt x="5429" y="9375"/>
                    <a:pt x="6473" y="9949"/>
                    <a:pt x="7360" y="10993"/>
                  </a:cubicBezTo>
                  <a:cubicBezTo>
                    <a:pt x="5690" y="11202"/>
                    <a:pt x="4202" y="11411"/>
                    <a:pt x="2715" y="11619"/>
                  </a:cubicBezTo>
                  <a:cubicBezTo>
                    <a:pt x="2219" y="11646"/>
                    <a:pt x="1723" y="11750"/>
                    <a:pt x="1253" y="11959"/>
                  </a:cubicBezTo>
                  <a:cubicBezTo>
                    <a:pt x="444" y="12298"/>
                    <a:pt x="1" y="13159"/>
                    <a:pt x="210" y="14020"/>
                  </a:cubicBezTo>
                  <a:cubicBezTo>
                    <a:pt x="340" y="14829"/>
                    <a:pt x="1071" y="15429"/>
                    <a:pt x="1906" y="15429"/>
                  </a:cubicBezTo>
                  <a:cubicBezTo>
                    <a:pt x="2402" y="15429"/>
                    <a:pt x="2897" y="15377"/>
                    <a:pt x="3393" y="15299"/>
                  </a:cubicBezTo>
                  <a:cubicBezTo>
                    <a:pt x="5246" y="15064"/>
                    <a:pt x="7073" y="14777"/>
                    <a:pt x="8900" y="14594"/>
                  </a:cubicBezTo>
                  <a:cubicBezTo>
                    <a:pt x="9717" y="14514"/>
                    <a:pt x="10308" y="14456"/>
                    <a:pt x="10784" y="14456"/>
                  </a:cubicBezTo>
                  <a:cubicBezTo>
                    <a:pt x="12010" y="14456"/>
                    <a:pt x="12476" y="14840"/>
                    <a:pt x="14093" y="16212"/>
                  </a:cubicBezTo>
                  <a:cubicBezTo>
                    <a:pt x="16885" y="18535"/>
                    <a:pt x="19886" y="20544"/>
                    <a:pt x="22574" y="22971"/>
                  </a:cubicBezTo>
                  <a:cubicBezTo>
                    <a:pt x="22930" y="23340"/>
                    <a:pt x="23391" y="23523"/>
                    <a:pt x="23852" y="23523"/>
                  </a:cubicBezTo>
                  <a:cubicBezTo>
                    <a:pt x="24337" y="23523"/>
                    <a:pt x="24822" y="23320"/>
                    <a:pt x="25183" y="22919"/>
                  </a:cubicBezTo>
                  <a:cubicBezTo>
                    <a:pt x="25888" y="22162"/>
                    <a:pt x="25888" y="21171"/>
                    <a:pt x="25105" y="20309"/>
                  </a:cubicBezTo>
                  <a:cubicBezTo>
                    <a:pt x="24609" y="19787"/>
                    <a:pt x="24087" y="19318"/>
                    <a:pt x="23513" y="18874"/>
                  </a:cubicBezTo>
                  <a:cubicBezTo>
                    <a:pt x="20982" y="16839"/>
                    <a:pt x="18477" y="14829"/>
                    <a:pt x="15893" y="12872"/>
                  </a:cubicBezTo>
                  <a:cubicBezTo>
                    <a:pt x="15032" y="12272"/>
                    <a:pt x="14458" y="11332"/>
                    <a:pt x="14354" y="10289"/>
                  </a:cubicBezTo>
                  <a:cubicBezTo>
                    <a:pt x="14014" y="7418"/>
                    <a:pt x="13571" y="4547"/>
                    <a:pt x="13127" y="1677"/>
                  </a:cubicBezTo>
                  <a:cubicBezTo>
                    <a:pt x="12979" y="618"/>
                    <a:pt x="12320" y="0"/>
                    <a:pt x="11456" y="0"/>
                  </a:cubicBezTo>
                  <a:close/>
                </a:path>
              </a:pathLst>
            </a:custGeom>
            <a:solidFill>
              <a:srgbClr val="D484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59"/>
            <p:cNvSpPr/>
            <p:nvPr/>
          </p:nvSpPr>
          <p:spPr>
            <a:xfrm>
              <a:off x="2091515" y="1739088"/>
              <a:ext cx="433622" cy="155059"/>
            </a:xfrm>
            <a:custGeom>
              <a:rect b="b" l="l" r="r" t="t"/>
              <a:pathLst>
                <a:path extrusionOk="0" h="7587" w="21217">
                  <a:moveTo>
                    <a:pt x="3993" y="0"/>
                  </a:moveTo>
                  <a:cubicBezTo>
                    <a:pt x="3489" y="0"/>
                    <a:pt x="2984" y="3"/>
                    <a:pt x="2480" y="12"/>
                  </a:cubicBezTo>
                  <a:cubicBezTo>
                    <a:pt x="1149" y="64"/>
                    <a:pt x="444" y="612"/>
                    <a:pt x="262" y="1943"/>
                  </a:cubicBezTo>
                  <a:cubicBezTo>
                    <a:pt x="79" y="3300"/>
                    <a:pt x="1" y="4709"/>
                    <a:pt x="418" y="6066"/>
                  </a:cubicBezTo>
                  <a:cubicBezTo>
                    <a:pt x="782" y="7216"/>
                    <a:pt x="1036" y="7586"/>
                    <a:pt x="1820" y="7586"/>
                  </a:cubicBezTo>
                  <a:cubicBezTo>
                    <a:pt x="2050" y="7586"/>
                    <a:pt x="2325" y="7555"/>
                    <a:pt x="2663" y="7501"/>
                  </a:cubicBezTo>
                  <a:cubicBezTo>
                    <a:pt x="8404" y="6614"/>
                    <a:pt x="13988" y="5022"/>
                    <a:pt x="19573" y="3509"/>
                  </a:cubicBezTo>
                  <a:cubicBezTo>
                    <a:pt x="19912" y="3430"/>
                    <a:pt x="20225" y="3300"/>
                    <a:pt x="20512" y="3143"/>
                  </a:cubicBezTo>
                  <a:cubicBezTo>
                    <a:pt x="21217" y="2700"/>
                    <a:pt x="21164" y="1891"/>
                    <a:pt x="20382" y="1578"/>
                  </a:cubicBezTo>
                  <a:cubicBezTo>
                    <a:pt x="19912" y="1421"/>
                    <a:pt x="19416" y="1291"/>
                    <a:pt x="18920" y="1238"/>
                  </a:cubicBezTo>
                  <a:cubicBezTo>
                    <a:pt x="15006" y="455"/>
                    <a:pt x="11013" y="168"/>
                    <a:pt x="7021" y="12"/>
                  </a:cubicBezTo>
                  <a:cubicBezTo>
                    <a:pt x="6012" y="12"/>
                    <a:pt x="5003" y="0"/>
                    <a:pt x="3993" y="0"/>
                  </a:cubicBezTo>
                  <a:close/>
                </a:path>
              </a:pathLst>
            </a:custGeom>
            <a:solidFill>
              <a:srgbClr val="FFB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59"/>
            <p:cNvSpPr/>
            <p:nvPr/>
          </p:nvSpPr>
          <p:spPr>
            <a:xfrm>
              <a:off x="2978993" y="2774533"/>
              <a:ext cx="318948" cy="319132"/>
            </a:xfrm>
            <a:custGeom>
              <a:rect b="b" l="l" r="r" t="t"/>
              <a:pathLst>
                <a:path extrusionOk="0" h="15615" w="15606">
                  <a:moveTo>
                    <a:pt x="8956" y="0"/>
                  </a:moveTo>
                  <a:cubicBezTo>
                    <a:pt x="8635" y="0"/>
                    <a:pt x="8342" y="198"/>
                    <a:pt x="8220" y="522"/>
                  </a:cubicBezTo>
                  <a:cubicBezTo>
                    <a:pt x="8038" y="913"/>
                    <a:pt x="7881" y="1305"/>
                    <a:pt x="7751" y="1696"/>
                  </a:cubicBezTo>
                  <a:cubicBezTo>
                    <a:pt x="7281" y="3053"/>
                    <a:pt x="6811" y="4436"/>
                    <a:pt x="6263" y="6028"/>
                  </a:cubicBezTo>
                  <a:cubicBezTo>
                    <a:pt x="5559" y="5193"/>
                    <a:pt x="5011" y="4515"/>
                    <a:pt x="4436" y="3862"/>
                  </a:cubicBezTo>
                  <a:cubicBezTo>
                    <a:pt x="3810" y="3131"/>
                    <a:pt x="3158" y="2427"/>
                    <a:pt x="2479" y="1722"/>
                  </a:cubicBezTo>
                  <a:cubicBezTo>
                    <a:pt x="2308" y="1523"/>
                    <a:pt x="2060" y="1417"/>
                    <a:pt x="1809" y="1417"/>
                  </a:cubicBezTo>
                  <a:cubicBezTo>
                    <a:pt x="1601" y="1417"/>
                    <a:pt x="1393" y="1490"/>
                    <a:pt x="1227" y="1644"/>
                  </a:cubicBezTo>
                  <a:cubicBezTo>
                    <a:pt x="809" y="2009"/>
                    <a:pt x="861" y="2479"/>
                    <a:pt x="1175" y="2897"/>
                  </a:cubicBezTo>
                  <a:cubicBezTo>
                    <a:pt x="1383" y="3158"/>
                    <a:pt x="1592" y="3418"/>
                    <a:pt x="1827" y="3653"/>
                  </a:cubicBezTo>
                  <a:cubicBezTo>
                    <a:pt x="2845" y="4802"/>
                    <a:pt x="3810" y="5976"/>
                    <a:pt x="4697" y="7228"/>
                  </a:cubicBezTo>
                  <a:cubicBezTo>
                    <a:pt x="3967" y="7698"/>
                    <a:pt x="3158" y="7803"/>
                    <a:pt x="2427" y="8090"/>
                  </a:cubicBezTo>
                  <a:cubicBezTo>
                    <a:pt x="1879" y="8298"/>
                    <a:pt x="1305" y="8429"/>
                    <a:pt x="757" y="8638"/>
                  </a:cubicBezTo>
                  <a:cubicBezTo>
                    <a:pt x="287" y="8768"/>
                    <a:pt x="0" y="9264"/>
                    <a:pt x="131" y="9734"/>
                  </a:cubicBezTo>
                  <a:cubicBezTo>
                    <a:pt x="257" y="10177"/>
                    <a:pt x="572" y="10364"/>
                    <a:pt x="950" y="10364"/>
                  </a:cubicBezTo>
                  <a:cubicBezTo>
                    <a:pt x="1039" y="10364"/>
                    <a:pt x="1132" y="10354"/>
                    <a:pt x="1227" y="10334"/>
                  </a:cubicBezTo>
                  <a:cubicBezTo>
                    <a:pt x="1749" y="10230"/>
                    <a:pt x="2271" y="10021"/>
                    <a:pt x="2792" y="9890"/>
                  </a:cubicBezTo>
                  <a:cubicBezTo>
                    <a:pt x="3601" y="9708"/>
                    <a:pt x="4332" y="9316"/>
                    <a:pt x="5324" y="9238"/>
                  </a:cubicBezTo>
                  <a:lnTo>
                    <a:pt x="5324" y="9238"/>
                  </a:lnTo>
                  <a:cubicBezTo>
                    <a:pt x="5037" y="10203"/>
                    <a:pt x="4802" y="10986"/>
                    <a:pt x="4541" y="11795"/>
                  </a:cubicBezTo>
                  <a:cubicBezTo>
                    <a:pt x="4280" y="12630"/>
                    <a:pt x="3993" y="13465"/>
                    <a:pt x="3784" y="14327"/>
                  </a:cubicBezTo>
                  <a:cubicBezTo>
                    <a:pt x="3601" y="14822"/>
                    <a:pt x="3888" y="15370"/>
                    <a:pt x="4384" y="15553"/>
                  </a:cubicBezTo>
                  <a:cubicBezTo>
                    <a:pt x="4490" y="15594"/>
                    <a:pt x="4596" y="15614"/>
                    <a:pt x="4699" y="15614"/>
                  </a:cubicBezTo>
                  <a:cubicBezTo>
                    <a:pt x="5056" y="15614"/>
                    <a:pt x="5388" y="15378"/>
                    <a:pt x="5611" y="14953"/>
                  </a:cubicBezTo>
                  <a:cubicBezTo>
                    <a:pt x="5741" y="14692"/>
                    <a:pt x="5846" y="14405"/>
                    <a:pt x="5924" y="14118"/>
                  </a:cubicBezTo>
                  <a:cubicBezTo>
                    <a:pt x="6315" y="12917"/>
                    <a:pt x="6681" y="11717"/>
                    <a:pt x="7072" y="10438"/>
                  </a:cubicBezTo>
                  <a:cubicBezTo>
                    <a:pt x="7672" y="10673"/>
                    <a:pt x="7855" y="11117"/>
                    <a:pt x="8142" y="11456"/>
                  </a:cubicBezTo>
                  <a:cubicBezTo>
                    <a:pt x="8873" y="12317"/>
                    <a:pt x="9551" y="13231"/>
                    <a:pt x="10308" y="14092"/>
                  </a:cubicBezTo>
                  <a:cubicBezTo>
                    <a:pt x="10563" y="14391"/>
                    <a:pt x="10860" y="14536"/>
                    <a:pt x="11146" y="14536"/>
                  </a:cubicBezTo>
                  <a:cubicBezTo>
                    <a:pt x="11359" y="14536"/>
                    <a:pt x="11565" y="14456"/>
                    <a:pt x="11743" y="14300"/>
                  </a:cubicBezTo>
                  <a:cubicBezTo>
                    <a:pt x="12161" y="13961"/>
                    <a:pt x="12213" y="13335"/>
                    <a:pt x="11874" y="12917"/>
                  </a:cubicBezTo>
                  <a:cubicBezTo>
                    <a:pt x="11561" y="12474"/>
                    <a:pt x="11247" y="12030"/>
                    <a:pt x="10882" y="11613"/>
                  </a:cubicBezTo>
                  <a:cubicBezTo>
                    <a:pt x="9995" y="10517"/>
                    <a:pt x="9108" y="9421"/>
                    <a:pt x="8220" y="8351"/>
                  </a:cubicBezTo>
                  <a:cubicBezTo>
                    <a:pt x="8429" y="8090"/>
                    <a:pt x="8742" y="7933"/>
                    <a:pt x="9082" y="7907"/>
                  </a:cubicBezTo>
                  <a:cubicBezTo>
                    <a:pt x="10830" y="7385"/>
                    <a:pt x="12604" y="6863"/>
                    <a:pt x="14379" y="6341"/>
                  </a:cubicBezTo>
                  <a:cubicBezTo>
                    <a:pt x="15240" y="6080"/>
                    <a:pt x="15605" y="5637"/>
                    <a:pt x="15475" y="5063"/>
                  </a:cubicBezTo>
                  <a:cubicBezTo>
                    <a:pt x="15358" y="4596"/>
                    <a:pt x="15010" y="4347"/>
                    <a:pt x="14463" y="4347"/>
                  </a:cubicBezTo>
                  <a:cubicBezTo>
                    <a:pt x="14275" y="4347"/>
                    <a:pt x="14064" y="4376"/>
                    <a:pt x="13831" y="4436"/>
                  </a:cubicBezTo>
                  <a:cubicBezTo>
                    <a:pt x="13126" y="4593"/>
                    <a:pt x="12448" y="4802"/>
                    <a:pt x="11769" y="5010"/>
                  </a:cubicBezTo>
                  <a:cubicBezTo>
                    <a:pt x="10699" y="5323"/>
                    <a:pt x="9630" y="5663"/>
                    <a:pt x="8455" y="6002"/>
                  </a:cubicBezTo>
                  <a:cubicBezTo>
                    <a:pt x="8534" y="4958"/>
                    <a:pt x="8925" y="4175"/>
                    <a:pt x="9160" y="3340"/>
                  </a:cubicBezTo>
                  <a:cubicBezTo>
                    <a:pt x="9369" y="2583"/>
                    <a:pt x="9630" y="1801"/>
                    <a:pt x="9812" y="1044"/>
                  </a:cubicBezTo>
                  <a:cubicBezTo>
                    <a:pt x="9943" y="600"/>
                    <a:pt x="9682" y="157"/>
                    <a:pt x="9238" y="52"/>
                  </a:cubicBezTo>
                  <a:cubicBezTo>
                    <a:pt x="9144" y="17"/>
                    <a:pt x="9049" y="0"/>
                    <a:pt x="89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59"/>
            <p:cNvSpPr/>
            <p:nvPr/>
          </p:nvSpPr>
          <p:spPr>
            <a:xfrm>
              <a:off x="833914" y="2752216"/>
              <a:ext cx="274700" cy="278931"/>
            </a:xfrm>
            <a:custGeom>
              <a:rect b="b" l="l" r="r" t="t"/>
              <a:pathLst>
                <a:path extrusionOk="0" h="13648" w="13441">
                  <a:moveTo>
                    <a:pt x="7936" y="1"/>
                  </a:moveTo>
                  <a:cubicBezTo>
                    <a:pt x="7524" y="1"/>
                    <a:pt x="7230" y="273"/>
                    <a:pt x="7073" y="700"/>
                  </a:cubicBezTo>
                  <a:cubicBezTo>
                    <a:pt x="6969" y="961"/>
                    <a:pt x="6890" y="1249"/>
                    <a:pt x="6812" y="1536"/>
                  </a:cubicBezTo>
                  <a:cubicBezTo>
                    <a:pt x="6499" y="2710"/>
                    <a:pt x="6186" y="3858"/>
                    <a:pt x="5820" y="5137"/>
                  </a:cubicBezTo>
                  <a:cubicBezTo>
                    <a:pt x="5116" y="4824"/>
                    <a:pt x="4776" y="4328"/>
                    <a:pt x="4359" y="3910"/>
                  </a:cubicBezTo>
                  <a:cubicBezTo>
                    <a:pt x="3915" y="3467"/>
                    <a:pt x="3524" y="2971"/>
                    <a:pt x="3054" y="2553"/>
                  </a:cubicBezTo>
                  <a:cubicBezTo>
                    <a:pt x="2868" y="2354"/>
                    <a:pt x="2653" y="2270"/>
                    <a:pt x="2445" y="2270"/>
                  </a:cubicBezTo>
                  <a:cubicBezTo>
                    <a:pt x="1810" y="2270"/>
                    <a:pt x="1244" y="3053"/>
                    <a:pt x="1775" y="3702"/>
                  </a:cubicBezTo>
                  <a:cubicBezTo>
                    <a:pt x="1984" y="4015"/>
                    <a:pt x="2245" y="4302"/>
                    <a:pt x="2480" y="4589"/>
                  </a:cubicBezTo>
                  <a:cubicBezTo>
                    <a:pt x="3080" y="5241"/>
                    <a:pt x="3680" y="5920"/>
                    <a:pt x="4411" y="6703"/>
                  </a:cubicBezTo>
                  <a:cubicBezTo>
                    <a:pt x="3132" y="7094"/>
                    <a:pt x="2062" y="7407"/>
                    <a:pt x="993" y="7772"/>
                  </a:cubicBezTo>
                  <a:cubicBezTo>
                    <a:pt x="262" y="8033"/>
                    <a:pt x="1" y="8425"/>
                    <a:pt x="158" y="8947"/>
                  </a:cubicBezTo>
                  <a:cubicBezTo>
                    <a:pt x="259" y="9334"/>
                    <a:pt x="568" y="9546"/>
                    <a:pt x="1046" y="9546"/>
                  </a:cubicBezTo>
                  <a:cubicBezTo>
                    <a:pt x="1180" y="9546"/>
                    <a:pt x="1328" y="9529"/>
                    <a:pt x="1488" y="9495"/>
                  </a:cubicBezTo>
                  <a:cubicBezTo>
                    <a:pt x="2167" y="9338"/>
                    <a:pt x="2793" y="9103"/>
                    <a:pt x="3446" y="8947"/>
                  </a:cubicBezTo>
                  <a:cubicBezTo>
                    <a:pt x="3795" y="8889"/>
                    <a:pt x="4130" y="8672"/>
                    <a:pt x="4493" y="8672"/>
                  </a:cubicBezTo>
                  <a:cubicBezTo>
                    <a:pt x="4619" y="8672"/>
                    <a:pt x="4747" y="8697"/>
                    <a:pt x="4881" y="8764"/>
                  </a:cubicBezTo>
                  <a:cubicBezTo>
                    <a:pt x="4829" y="9051"/>
                    <a:pt x="4776" y="9312"/>
                    <a:pt x="4724" y="9547"/>
                  </a:cubicBezTo>
                  <a:cubicBezTo>
                    <a:pt x="4437" y="10460"/>
                    <a:pt x="4150" y="11400"/>
                    <a:pt x="3915" y="12339"/>
                  </a:cubicBezTo>
                  <a:cubicBezTo>
                    <a:pt x="3759" y="13018"/>
                    <a:pt x="4072" y="13514"/>
                    <a:pt x="4594" y="13618"/>
                  </a:cubicBezTo>
                  <a:cubicBezTo>
                    <a:pt x="4685" y="13638"/>
                    <a:pt x="4772" y="13647"/>
                    <a:pt x="4854" y="13647"/>
                  </a:cubicBezTo>
                  <a:cubicBezTo>
                    <a:pt x="5309" y="13647"/>
                    <a:pt x="5613" y="13352"/>
                    <a:pt x="5768" y="12887"/>
                  </a:cubicBezTo>
                  <a:cubicBezTo>
                    <a:pt x="6003" y="12313"/>
                    <a:pt x="6160" y="11687"/>
                    <a:pt x="6368" y="11113"/>
                  </a:cubicBezTo>
                  <a:cubicBezTo>
                    <a:pt x="6603" y="10460"/>
                    <a:pt x="6603" y="9730"/>
                    <a:pt x="7047" y="9156"/>
                  </a:cubicBezTo>
                  <a:cubicBezTo>
                    <a:pt x="7464" y="9390"/>
                    <a:pt x="7830" y="9704"/>
                    <a:pt x="8169" y="10069"/>
                  </a:cubicBezTo>
                  <a:cubicBezTo>
                    <a:pt x="8743" y="10617"/>
                    <a:pt x="9317" y="11165"/>
                    <a:pt x="9943" y="11687"/>
                  </a:cubicBezTo>
                  <a:cubicBezTo>
                    <a:pt x="10123" y="11866"/>
                    <a:pt x="10365" y="11958"/>
                    <a:pt x="10609" y="11958"/>
                  </a:cubicBezTo>
                  <a:cubicBezTo>
                    <a:pt x="10861" y="11958"/>
                    <a:pt x="11115" y="11860"/>
                    <a:pt x="11300" y="11661"/>
                  </a:cubicBezTo>
                  <a:cubicBezTo>
                    <a:pt x="11666" y="11269"/>
                    <a:pt x="11666" y="10669"/>
                    <a:pt x="11300" y="10278"/>
                  </a:cubicBezTo>
                  <a:cubicBezTo>
                    <a:pt x="10935" y="9886"/>
                    <a:pt x="10491" y="9547"/>
                    <a:pt x="10126" y="9156"/>
                  </a:cubicBezTo>
                  <a:cubicBezTo>
                    <a:pt x="9552" y="8581"/>
                    <a:pt x="8847" y="8112"/>
                    <a:pt x="8352" y="7433"/>
                  </a:cubicBezTo>
                  <a:cubicBezTo>
                    <a:pt x="8717" y="7172"/>
                    <a:pt x="9134" y="6964"/>
                    <a:pt x="9604" y="6885"/>
                  </a:cubicBezTo>
                  <a:cubicBezTo>
                    <a:pt x="10544" y="6546"/>
                    <a:pt x="11509" y="6233"/>
                    <a:pt x="12449" y="5894"/>
                  </a:cubicBezTo>
                  <a:cubicBezTo>
                    <a:pt x="13179" y="5607"/>
                    <a:pt x="13440" y="5111"/>
                    <a:pt x="13231" y="4537"/>
                  </a:cubicBezTo>
                  <a:cubicBezTo>
                    <a:pt x="13094" y="4164"/>
                    <a:pt x="12765" y="3938"/>
                    <a:pt x="12333" y="3938"/>
                  </a:cubicBezTo>
                  <a:cubicBezTo>
                    <a:pt x="12190" y="3938"/>
                    <a:pt x="12036" y="3963"/>
                    <a:pt x="11875" y="4015"/>
                  </a:cubicBezTo>
                  <a:cubicBezTo>
                    <a:pt x="10831" y="4328"/>
                    <a:pt x="9813" y="4719"/>
                    <a:pt x="8769" y="5059"/>
                  </a:cubicBezTo>
                  <a:cubicBezTo>
                    <a:pt x="8574" y="5112"/>
                    <a:pt x="8379" y="5262"/>
                    <a:pt x="8159" y="5262"/>
                  </a:cubicBezTo>
                  <a:cubicBezTo>
                    <a:pt x="8055" y="5262"/>
                    <a:pt x="7946" y="5229"/>
                    <a:pt x="7830" y="5137"/>
                  </a:cubicBezTo>
                  <a:cubicBezTo>
                    <a:pt x="7986" y="4484"/>
                    <a:pt x="8117" y="3832"/>
                    <a:pt x="8273" y="3180"/>
                  </a:cubicBezTo>
                  <a:cubicBezTo>
                    <a:pt x="8456" y="2475"/>
                    <a:pt x="8639" y="1797"/>
                    <a:pt x="8769" y="1092"/>
                  </a:cubicBezTo>
                  <a:cubicBezTo>
                    <a:pt x="8873" y="596"/>
                    <a:pt x="8717" y="152"/>
                    <a:pt x="8143" y="22"/>
                  </a:cubicBezTo>
                  <a:cubicBezTo>
                    <a:pt x="8071" y="8"/>
                    <a:pt x="8002" y="1"/>
                    <a:pt x="79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59"/>
            <p:cNvSpPr/>
            <p:nvPr/>
          </p:nvSpPr>
          <p:spPr>
            <a:xfrm>
              <a:off x="2688862" y="1449979"/>
              <a:ext cx="268283" cy="223627"/>
            </a:xfrm>
            <a:custGeom>
              <a:rect b="b" l="l" r="r" t="t"/>
              <a:pathLst>
                <a:path extrusionOk="0" h="10942" w="13127">
                  <a:moveTo>
                    <a:pt x="7829" y="0"/>
                  </a:moveTo>
                  <a:cubicBezTo>
                    <a:pt x="7537" y="0"/>
                    <a:pt x="7293" y="200"/>
                    <a:pt x="7098" y="484"/>
                  </a:cubicBezTo>
                  <a:cubicBezTo>
                    <a:pt x="6915" y="718"/>
                    <a:pt x="6785" y="1005"/>
                    <a:pt x="6655" y="1240"/>
                  </a:cubicBezTo>
                  <a:cubicBezTo>
                    <a:pt x="6341" y="1788"/>
                    <a:pt x="6107" y="2389"/>
                    <a:pt x="5663" y="2884"/>
                  </a:cubicBezTo>
                  <a:cubicBezTo>
                    <a:pt x="5245" y="2650"/>
                    <a:pt x="5037" y="2206"/>
                    <a:pt x="4723" y="1893"/>
                  </a:cubicBezTo>
                  <a:cubicBezTo>
                    <a:pt x="4228" y="1371"/>
                    <a:pt x="3732" y="849"/>
                    <a:pt x="3184" y="379"/>
                  </a:cubicBezTo>
                  <a:cubicBezTo>
                    <a:pt x="3044" y="252"/>
                    <a:pt x="2866" y="187"/>
                    <a:pt x="2685" y="187"/>
                  </a:cubicBezTo>
                  <a:cubicBezTo>
                    <a:pt x="2495" y="187"/>
                    <a:pt x="2300" y="258"/>
                    <a:pt x="2140" y="405"/>
                  </a:cubicBezTo>
                  <a:cubicBezTo>
                    <a:pt x="1775" y="666"/>
                    <a:pt x="1696" y="1162"/>
                    <a:pt x="1983" y="1527"/>
                  </a:cubicBezTo>
                  <a:cubicBezTo>
                    <a:pt x="2218" y="1867"/>
                    <a:pt x="2505" y="2154"/>
                    <a:pt x="2792" y="2493"/>
                  </a:cubicBezTo>
                  <a:cubicBezTo>
                    <a:pt x="3366" y="3171"/>
                    <a:pt x="4045" y="3798"/>
                    <a:pt x="4436" y="4842"/>
                  </a:cubicBezTo>
                  <a:cubicBezTo>
                    <a:pt x="4036" y="4842"/>
                    <a:pt x="3706" y="4830"/>
                    <a:pt x="3391" y="4830"/>
                  </a:cubicBezTo>
                  <a:cubicBezTo>
                    <a:pt x="3233" y="4830"/>
                    <a:pt x="3079" y="4833"/>
                    <a:pt x="2923" y="4842"/>
                  </a:cubicBezTo>
                  <a:cubicBezTo>
                    <a:pt x="2218" y="4894"/>
                    <a:pt x="1514" y="4946"/>
                    <a:pt x="809" y="5024"/>
                  </a:cubicBezTo>
                  <a:cubicBezTo>
                    <a:pt x="339" y="5024"/>
                    <a:pt x="0" y="5390"/>
                    <a:pt x="26" y="5859"/>
                  </a:cubicBezTo>
                  <a:cubicBezTo>
                    <a:pt x="0" y="6303"/>
                    <a:pt x="339" y="6668"/>
                    <a:pt x="783" y="6720"/>
                  </a:cubicBezTo>
                  <a:cubicBezTo>
                    <a:pt x="1148" y="6747"/>
                    <a:pt x="1540" y="6747"/>
                    <a:pt x="1905" y="6747"/>
                  </a:cubicBezTo>
                  <a:cubicBezTo>
                    <a:pt x="1957" y="6749"/>
                    <a:pt x="2010" y="6750"/>
                    <a:pt x="2062" y="6750"/>
                  </a:cubicBezTo>
                  <a:cubicBezTo>
                    <a:pt x="2273" y="6750"/>
                    <a:pt x="2489" y="6734"/>
                    <a:pt x="2711" y="6734"/>
                  </a:cubicBezTo>
                  <a:cubicBezTo>
                    <a:pt x="2988" y="6734"/>
                    <a:pt x="3275" y="6760"/>
                    <a:pt x="3575" y="6877"/>
                  </a:cubicBezTo>
                  <a:cubicBezTo>
                    <a:pt x="3158" y="7712"/>
                    <a:pt x="2766" y="8443"/>
                    <a:pt x="2401" y="9200"/>
                  </a:cubicBezTo>
                  <a:cubicBezTo>
                    <a:pt x="2009" y="9982"/>
                    <a:pt x="2114" y="10557"/>
                    <a:pt x="2662" y="10844"/>
                  </a:cubicBezTo>
                  <a:cubicBezTo>
                    <a:pt x="2806" y="10909"/>
                    <a:pt x="2947" y="10942"/>
                    <a:pt x="3084" y="10942"/>
                  </a:cubicBezTo>
                  <a:cubicBezTo>
                    <a:pt x="3492" y="10942"/>
                    <a:pt x="3863" y="10653"/>
                    <a:pt x="4175" y="10087"/>
                  </a:cubicBezTo>
                  <a:cubicBezTo>
                    <a:pt x="4462" y="9617"/>
                    <a:pt x="4671" y="9095"/>
                    <a:pt x="4932" y="8625"/>
                  </a:cubicBezTo>
                  <a:cubicBezTo>
                    <a:pt x="5245" y="8025"/>
                    <a:pt x="5454" y="7347"/>
                    <a:pt x="5976" y="6747"/>
                  </a:cubicBezTo>
                  <a:cubicBezTo>
                    <a:pt x="6602" y="7582"/>
                    <a:pt x="7150" y="8338"/>
                    <a:pt x="7698" y="9069"/>
                  </a:cubicBezTo>
                  <a:cubicBezTo>
                    <a:pt x="7933" y="9408"/>
                    <a:pt x="8220" y="9722"/>
                    <a:pt x="8507" y="10035"/>
                  </a:cubicBezTo>
                  <a:cubicBezTo>
                    <a:pt x="8678" y="10205"/>
                    <a:pt x="8903" y="10291"/>
                    <a:pt x="9128" y="10291"/>
                  </a:cubicBezTo>
                  <a:cubicBezTo>
                    <a:pt x="9315" y="10291"/>
                    <a:pt x="9501" y="10232"/>
                    <a:pt x="9656" y="10113"/>
                  </a:cubicBezTo>
                  <a:cubicBezTo>
                    <a:pt x="10099" y="9878"/>
                    <a:pt x="10230" y="9330"/>
                    <a:pt x="9995" y="8886"/>
                  </a:cubicBezTo>
                  <a:cubicBezTo>
                    <a:pt x="9760" y="8495"/>
                    <a:pt x="9499" y="8130"/>
                    <a:pt x="9212" y="7764"/>
                  </a:cubicBezTo>
                  <a:cubicBezTo>
                    <a:pt x="8977" y="7399"/>
                    <a:pt x="8560" y="7138"/>
                    <a:pt x="8612" y="6616"/>
                  </a:cubicBezTo>
                  <a:cubicBezTo>
                    <a:pt x="8664" y="6616"/>
                    <a:pt x="8716" y="6590"/>
                    <a:pt x="8794" y="6564"/>
                  </a:cubicBezTo>
                  <a:cubicBezTo>
                    <a:pt x="9160" y="6564"/>
                    <a:pt x="9525" y="6576"/>
                    <a:pt x="9890" y="6576"/>
                  </a:cubicBezTo>
                  <a:cubicBezTo>
                    <a:pt x="10073" y="6576"/>
                    <a:pt x="10256" y="6573"/>
                    <a:pt x="10438" y="6564"/>
                  </a:cubicBezTo>
                  <a:cubicBezTo>
                    <a:pt x="10934" y="6564"/>
                    <a:pt x="11430" y="6512"/>
                    <a:pt x="11926" y="6433"/>
                  </a:cubicBezTo>
                  <a:cubicBezTo>
                    <a:pt x="13126" y="6277"/>
                    <a:pt x="13022" y="4502"/>
                    <a:pt x="11795" y="4502"/>
                  </a:cubicBezTo>
                  <a:cubicBezTo>
                    <a:pt x="11482" y="4502"/>
                    <a:pt x="11143" y="4528"/>
                    <a:pt x="10804" y="4528"/>
                  </a:cubicBezTo>
                  <a:lnTo>
                    <a:pt x="7046" y="4528"/>
                  </a:lnTo>
                  <a:cubicBezTo>
                    <a:pt x="7333" y="3954"/>
                    <a:pt x="7594" y="3432"/>
                    <a:pt x="7829" y="2937"/>
                  </a:cubicBezTo>
                  <a:cubicBezTo>
                    <a:pt x="8090" y="2389"/>
                    <a:pt x="8377" y="1867"/>
                    <a:pt x="8612" y="1345"/>
                  </a:cubicBezTo>
                  <a:cubicBezTo>
                    <a:pt x="8873" y="927"/>
                    <a:pt x="8716" y="379"/>
                    <a:pt x="8272" y="144"/>
                  </a:cubicBezTo>
                  <a:cubicBezTo>
                    <a:pt x="8114" y="44"/>
                    <a:pt x="7966" y="0"/>
                    <a:pt x="7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59"/>
            <p:cNvSpPr/>
            <p:nvPr/>
          </p:nvSpPr>
          <p:spPr>
            <a:xfrm>
              <a:off x="897924" y="1572298"/>
              <a:ext cx="247478" cy="244044"/>
            </a:xfrm>
            <a:custGeom>
              <a:rect b="b" l="l" r="r" t="t"/>
              <a:pathLst>
                <a:path extrusionOk="0" h="11941" w="12109">
                  <a:moveTo>
                    <a:pt x="8312" y="1"/>
                  </a:moveTo>
                  <a:cubicBezTo>
                    <a:pt x="8008" y="1"/>
                    <a:pt x="7711" y="146"/>
                    <a:pt x="7516" y="422"/>
                  </a:cubicBezTo>
                  <a:cubicBezTo>
                    <a:pt x="7281" y="762"/>
                    <a:pt x="7046" y="1127"/>
                    <a:pt x="6864" y="1518"/>
                  </a:cubicBezTo>
                  <a:cubicBezTo>
                    <a:pt x="6446" y="2301"/>
                    <a:pt x="6029" y="3136"/>
                    <a:pt x="5507" y="4076"/>
                  </a:cubicBezTo>
                  <a:cubicBezTo>
                    <a:pt x="5141" y="3345"/>
                    <a:pt x="4880" y="2745"/>
                    <a:pt x="4541" y="2171"/>
                  </a:cubicBezTo>
                  <a:cubicBezTo>
                    <a:pt x="4360" y="1828"/>
                    <a:pt x="4101" y="1579"/>
                    <a:pt x="3752" y="1579"/>
                  </a:cubicBezTo>
                  <a:cubicBezTo>
                    <a:pt x="3649" y="1579"/>
                    <a:pt x="3538" y="1601"/>
                    <a:pt x="3419" y="1649"/>
                  </a:cubicBezTo>
                  <a:cubicBezTo>
                    <a:pt x="2923" y="1832"/>
                    <a:pt x="2740" y="2301"/>
                    <a:pt x="2949" y="2901"/>
                  </a:cubicBezTo>
                  <a:cubicBezTo>
                    <a:pt x="3132" y="3423"/>
                    <a:pt x="3393" y="3893"/>
                    <a:pt x="3602" y="4415"/>
                  </a:cubicBezTo>
                  <a:cubicBezTo>
                    <a:pt x="3680" y="4676"/>
                    <a:pt x="3941" y="4911"/>
                    <a:pt x="3654" y="5224"/>
                  </a:cubicBezTo>
                  <a:lnTo>
                    <a:pt x="1905" y="5224"/>
                  </a:lnTo>
                  <a:cubicBezTo>
                    <a:pt x="1540" y="5224"/>
                    <a:pt x="1175" y="5250"/>
                    <a:pt x="783" y="5328"/>
                  </a:cubicBezTo>
                  <a:cubicBezTo>
                    <a:pt x="340" y="5354"/>
                    <a:pt x="0" y="5720"/>
                    <a:pt x="27" y="6163"/>
                  </a:cubicBezTo>
                  <a:cubicBezTo>
                    <a:pt x="27" y="6738"/>
                    <a:pt x="392" y="6998"/>
                    <a:pt x="914" y="7051"/>
                  </a:cubicBezTo>
                  <a:cubicBezTo>
                    <a:pt x="1009" y="7059"/>
                    <a:pt x="1105" y="7062"/>
                    <a:pt x="1202" y="7062"/>
                  </a:cubicBezTo>
                  <a:cubicBezTo>
                    <a:pt x="1395" y="7062"/>
                    <a:pt x="1592" y="7051"/>
                    <a:pt x="1801" y="7051"/>
                  </a:cubicBezTo>
                  <a:cubicBezTo>
                    <a:pt x="2480" y="7077"/>
                    <a:pt x="3184" y="7103"/>
                    <a:pt x="3967" y="7129"/>
                  </a:cubicBezTo>
                  <a:cubicBezTo>
                    <a:pt x="3837" y="7677"/>
                    <a:pt x="3628" y="8173"/>
                    <a:pt x="3367" y="8643"/>
                  </a:cubicBezTo>
                  <a:cubicBezTo>
                    <a:pt x="3080" y="9243"/>
                    <a:pt x="2740" y="9817"/>
                    <a:pt x="2506" y="10443"/>
                  </a:cubicBezTo>
                  <a:cubicBezTo>
                    <a:pt x="2219" y="11148"/>
                    <a:pt x="2375" y="11644"/>
                    <a:pt x="2871" y="11852"/>
                  </a:cubicBezTo>
                  <a:cubicBezTo>
                    <a:pt x="2996" y="11911"/>
                    <a:pt x="3116" y="11941"/>
                    <a:pt x="3231" y="11941"/>
                  </a:cubicBezTo>
                  <a:cubicBezTo>
                    <a:pt x="3572" y="11941"/>
                    <a:pt x="3870" y="11682"/>
                    <a:pt x="4124" y="11174"/>
                  </a:cubicBezTo>
                  <a:cubicBezTo>
                    <a:pt x="4515" y="10339"/>
                    <a:pt x="4959" y="9530"/>
                    <a:pt x="5454" y="8773"/>
                  </a:cubicBezTo>
                  <a:cubicBezTo>
                    <a:pt x="5846" y="9112"/>
                    <a:pt x="5924" y="9530"/>
                    <a:pt x="6107" y="9895"/>
                  </a:cubicBezTo>
                  <a:cubicBezTo>
                    <a:pt x="6237" y="10182"/>
                    <a:pt x="6368" y="10443"/>
                    <a:pt x="6524" y="10678"/>
                  </a:cubicBezTo>
                  <a:cubicBezTo>
                    <a:pt x="6686" y="10983"/>
                    <a:pt x="6982" y="11152"/>
                    <a:pt x="7296" y="11152"/>
                  </a:cubicBezTo>
                  <a:cubicBezTo>
                    <a:pt x="7439" y="11152"/>
                    <a:pt x="7586" y="11117"/>
                    <a:pt x="7725" y="11043"/>
                  </a:cubicBezTo>
                  <a:cubicBezTo>
                    <a:pt x="8142" y="10861"/>
                    <a:pt x="8351" y="10417"/>
                    <a:pt x="8221" y="9973"/>
                  </a:cubicBezTo>
                  <a:cubicBezTo>
                    <a:pt x="8116" y="9634"/>
                    <a:pt x="7986" y="9269"/>
                    <a:pt x="7829" y="8930"/>
                  </a:cubicBezTo>
                  <a:cubicBezTo>
                    <a:pt x="7620" y="8434"/>
                    <a:pt x="7386" y="7938"/>
                    <a:pt x="7151" y="7416"/>
                  </a:cubicBezTo>
                  <a:cubicBezTo>
                    <a:pt x="7447" y="7317"/>
                    <a:pt x="7720" y="7289"/>
                    <a:pt x="7984" y="7289"/>
                  </a:cubicBezTo>
                  <a:cubicBezTo>
                    <a:pt x="8277" y="7289"/>
                    <a:pt x="8558" y="7324"/>
                    <a:pt x="8847" y="7338"/>
                  </a:cubicBezTo>
                  <a:cubicBezTo>
                    <a:pt x="9551" y="7364"/>
                    <a:pt x="10256" y="7442"/>
                    <a:pt x="10961" y="7442"/>
                  </a:cubicBezTo>
                  <a:cubicBezTo>
                    <a:pt x="11665" y="7442"/>
                    <a:pt x="12109" y="7025"/>
                    <a:pt x="12083" y="6503"/>
                  </a:cubicBezTo>
                  <a:cubicBezTo>
                    <a:pt x="12109" y="5955"/>
                    <a:pt x="11665" y="5537"/>
                    <a:pt x="11143" y="5511"/>
                  </a:cubicBezTo>
                  <a:cubicBezTo>
                    <a:pt x="10856" y="5459"/>
                    <a:pt x="10569" y="5433"/>
                    <a:pt x="10256" y="5407"/>
                  </a:cubicBezTo>
                  <a:cubicBezTo>
                    <a:pt x="9317" y="5354"/>
                    <a:pt x="8351" y="5328"/>
                    <a:pt x="7307" y="5276"/>
                  </a:cubicBezTo>
                  <a:cubicBezTo>
                    <a:pt x="7359" y="4702"/>
                    <a:pt x="7673" y="4285"/>
                    <a:pt x="7881" y="3841"/>
                  </a:cubicBezTo>
                  <a:cubicBezTo>
                    <a:pt x="8325" y="3032"/>
                    <a:pt x="8769" y="2223"/>
                    <a:pt x="9186" y="1388"/>
                  </a:cubicBezTo>
                  <a:cubicBezTo>
                    <a:pt x="9421" y="970"/>
                    <a:pt x="9264" y="422"/>
                    <a:pt x="8847" y="161"/>
                  </a:cubicBezTo>
                  <a:cubicBezTo>
                    <a:pt x="8680" y="53"/>
                    <a:pt x="8495" y="1"/>
                    <a:pt x="8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59"/>
            <p:cNvSpPr/>
            <p:nvPr/>
          </p:nvSpPr>
          <p:spPr>
            <a:xfrm>
              <a:off x="3403521" y="3553120"/>
              <a:ext cx="227756" cy="209852"/>
            </a:xfrm>
            <a:custGeom>
              <a:rect b="b" l="l" r="r" t="t"/>
              <a:pathLst>
                <a:path extrusionOk="0" h="10268" w="11144">
                  <a:moveTo>
                    <a:pt x="6957" y="0"/>
                  </a:moveTo>
                  <a:cubicBezTo>
                    <a:pt x="6580" y="0"/>
                    <a:pt x="6239" y="307"/>
                    <a:pt x="5898" y="969"/>
                  </a:cubicBezTo>
                  <a:cubicBezTo>
                    <a:pt x="5481" y="1831"/>
                    <a:pt x="5037" y="2692"/>
                    <a:pt x="4646" y="3501"/>
                  </a:cubicBezTo>
                  <a:cubicBezTo>
                    <a:pt x="4358" y="3501"/>
                    <a:pt x="4071" y="3396"/>
                    <a:pt x="3863" y="3214"/>
                  </a:cubicBezTo>
                  <a:cubicBezTo>
                    <a:pt x="3236" y="2822"/>
                    <a:pt x="2688" y="2405"/>
                    <a:pt x="2140" y="1909"/>
                  </a:cubicBezTo>
                  <a:cubicBezTo>
                    <a:pt x="1928" y="1712"/>
                    <a:pt x="1698" y="1585"/>
                    <a:pt x="1456" y="1585"/>
                  </a:cubicBezTo>
                  <a:cubicBezTo>
                    <a:pt x="1281" y="1585"/>
                    <a:pt x="1100" y="1651"/>
                    <a:pt x="914" y="1805"/>
                  </a:cubicBezTo>
                  <a:cubicBezTo>
                    <a:pt x="522" y="2144"/>
                    <a:pt x="496" y="2640"/>
                    <a:pt x="888" y="3162"/>
                  </a:cubicBezTo>
                  <a:cubicBezTo>
                    <a:pt x="1201" y="3449"/>
                    <a:pt x="1488" y="3736"/>
                    <a:pt x="1827" y="3997"/>
                  </a:cubicBezTo>
                  <a:cubicBezTo>
                    <a:pt x="2010" y="4205"/>
                    <a:pt x="2375" y="4284"/>
                    <a:pt x="2297" y="4701"/>
                  </a:cubicBezTo>
                  <a:cubicBezTo>
                    <a:pt x="1749" y="4988"/>
                    <a:pt x="1175" y="5249"/>
                    <a:pt x="653" y="5562"/>
                  </a:cubicBezTo>
                  <a:cubicBezTo>
                    <a:pt x="183" y="5771"/>
                    <a:pt x="0" y="6293"/>
                    <a:pt x="183" y="6737"/>
                  </a:cubicBezTo>
                  <a:cubicBezTo>
                    <a:pt x="328" y="7062"/>
                    <a:pt x="597" y="7224"/>
                    <a:pt x="957" y="7224"/>
                  </a:cubicBezTo>
                  <a:cubicBezTo>
                    <a:pt x="1117" y="7224"/>
                    <a:pt x="1295" y="7192"/>
                    <a:pt x="1488" y="7128"/>
                  </a:cubicBezTo>
                  <a:cubicBezTo>
                    <a:pt x="2010" y="6919"/>
                    <a:pt x="2480" y="6554"/>
                    <a:pt x="3054" y="6502"/>
                  </a:cubicBezTo>
                  <a:lnTo>
                    <a:pt x="3054" y="6502"/>
                  </a:lnTo>
                  <a:cubicBezTo>
                    <a:pt x="3236" y="6815"/>
                    <a:pt x="3080" y="7024"/>
                    <a:pt x="3001" y="7259"/>
                  </a:cubicBezTo>
                  <a:cubicBezTo>
                    <a:pt x="2793" y="7859"/>
                    <a:pt x="2584" y="8459"/>
                    <a:pt x="2427" y="9059"/>
                  </a:cubicBezTo>
                  <a:cubicBezTo>
                    <a:pt x="2271" y="9529"/>
                    <a:pt x="2532" y="10025"/>
                    <a:pt x="3001" y="10181"/>
                  </a:cubicBezTo>
                  <a:cubicBezTo>
                    <a:pt x="3126" y="10240"/>
                    <a:pt x="3256" y="10267"/>
                    <a:pt x="3384" y="10267"/>
                  </a:cubicBezTo>
                  <a:cubicBezTo>
                    <a:pt x="3713" y="10267"/>
                    <a:pt x="4025" y="10083"/>
                    <a:pt x="4176" y="9764"/>
                  </a:cubicBezTo>
                  <a:cubicBezTo>
                    <a:pt x="4358" y="9425"/>
                    <a:pt x="4489" y="9085"/>
                    <a:pt x="4619" y="8720"/>
                  </a:cubicBezTo>
                  <a:cubicBezTo>
                    <a:pt x="4827" y="8045"/>
                    <a:pt x="4957" y="7344"/>
                    <a:pt x="5421" y="6618"/>
                  </a:cubicBezTo>
                  <a:lnTo>
                    <a:pt x="5421" y="6618"/>
                  </a:lnTo>
                  <a:cubicBezTo>
                    <a:pt x="6274" y="7162"/>
                    <a:pt x="7026" y="7706"/>
                    <a:pt x="7803" y="8172"/>
                  </a:cubicBezTo>
                  <a:cubicBezTo>
                    <a:pt x="8096" y="8341"/>
                    <a:pt x="8375" y="8423"/>
                    <a:pt x="8620" y="8423"/>
                  </a:cubicBezTo>
                  <a:cubicBezTo>
                    <a:pt x="8942" y="8423"/>
                    <a:pt x="9206" y="8282"/>
                    <a:pt x="9369" y="8015"/>
                  </a:cubicBezTo>
                  <a:cubicBezTo>
                    <a:pt x="9682" y="7520"/>
                    <a:pt x="9499" y="6972"/>
                    <a:pt x="8873" y="6528"/>
                  </a:cubicBezTo>
                  <a:cubicBezTo>
                    <a:pt x="8560" y="6293"/>
                    <a:pt x="8247" y="6110"/>
                    <a:pt x="7934" y="5902"/>
                  </a:cubicBezTo>
                  <a:cubicBezTo>
                    <a:pt x="7568" y="5641"/>
                    <a:pt x="7125" y="5510"/>
                    <a:pt x="6864" y="5014"/>
                  </a:cubicBezTo>
                  <a:cubicBezTo>
                    <a:pt x="7803" y="4623"/>
                    <a:pt x="8664" y="4310"/>
                    <a:pt x="9499" y="3944"/>
                  </a:cubicBezTo>
                  <a:cubicBezTo>
                    <a:pt x="9891" y="3788"/>
                    <a:pt x="10256" y="3579"/>
                    <a:pt x="10621" y="3344"/>
                  </a:cubicBezTo>
                  <a:cubicBezTo>
                    <a:pt x="11013" y="3083"/>
                    <a:pt x="11143" y="2509"/>
                    <a:pt x="10856" y="2118"/>
                  </a:cubicBezTo>
                  <a:cubicBezTo>
                    <a:pt x="10717" y="1800"/>
                    <a:pt x="10413" y="1619"/>
                    <a:pt x="10091" y="1619"/>
                  </a:cubicBezTo>
                  <a:cubicBezTo>
                    <a:pt x="9989" y="1619"/>
                    <a:pt x="9886" y="1637"/>
                    <a:pt x="9786" y="1674"/>
                  </a:cubicBezTo>
                  <a:cubicBezTo>
                    <a:pt x="9473" y="1778"/>
                    <a:pt x="9160" y="1935"/>
                    <a:pt x="8847" y="2066"/>
                  </a:cubicBezTo>
                  <a:cubicBezTo>
                    <a:pt x="8351" y="2248"/>
                    <a:pt x="7907" y="2587"/>
                    <a:pt x="7359" y="2614"/>
                  </a:cubicBezTo>
                  <a:cubicBezTo>
                    <a:pt x="7203" y="2248"/>
                    <a:pt x="7464" y="2013"/>
                    <a:pt x="7542" y="1752"/>
                  </a:cubicBezTo>
                  <a:cubicBezTo>
                    <a:pt x="7881" y="865"/>
                    <a:pt x="7829" y="317"/>
                    <a:pt x="7307" y="82"/>
                  </a:cubicBezTo>
                  <a:cubicBezTo>
                    <a:pt x="7187" y="28"/>
                    <a:pt x="7070" y="0"/>
                    <a:pt x="69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59"/>
            <p:cNvSpPr/>
            <p:nvPr/>
          </p:nvSpPr>
          <p:spPr>
            <a:xfrm>
              <a:off x="2012585" y="3738264"/>
              <a:ext cx="120561" cy="123218"/>
            </a:xfrm>
            <a:custGeom>
              <a:rect b="b" l="l" r="r" t="t"/>
              <a:pathLst>
                <a:path extrusionOk="0" h="6029" w="5899">
                  <a:moveTo>
                    <a:pt x="2897" y="0"/>
                  </a:moveTo>
                  <a:cubicBezTo>
                    <a:pt x="1253" y="0"/>
                    <a:pt x="1" y="1331"/>
                    <a:pt x="1" y="3158"/>
                  </a:cubicBezTo>
                  <a:cubicBezTo>
                    <a:pt x="27" y="4750"/>
                    <a:pt x="1305" y="6028"/>
                    <a:pt x="2897" y="6028"/>
                  </a:cubicBezTo>
                  <a:cubicBezTo>
                    <a:pt x="4567" y="6002"/>
                    <a:pt x="5898" y="4541"/>
                    <a:pt x="5898" y="2766"/>
                  </a:cubicBezTo>
                  <a:cubicBezTo>
                    <a:pt x="5872" y="1227"/>
                    <a:pt x="4567" y="0"/>
                    <a:pt x="28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59"/>
            <p:cNvSpPr/>
            <p:nvPr/>
          </p:nvSpPr>
          <p:spPr>
            <a:xfrm>
              <a:off x="2040319" y="3136114"/>
              <a:ext cx="108298" cy="109361"/>
            </a:xfrm>
            <a:custGeom>
              <a:rect b="b" l="l" r="r" t="t"/>
              <a:pathLst>
                <a:path extrusionOk="0" h="5351" w="5299">
                  <a:moveTo>
                    <a:pt x="2688" y="1"/>
                  </a:moveTo>
                  <a:cubicBezTo>
                    <a:pt x="1175" y="27"/>
                    <a:pt x="1" y="1280"/>
                    <a:pt x="53" y="2767"/>
                  </a:cubicBezTo>
                  <a:cubicBezTo>
                    <a:pt x="79" y="4085"/>
                    <a:pt x="1434" y="5351"/>
                    <a:pt x="2778" y="5351"/>
                  </a:cubicBezTo>
                  <a:cubicBezTo>
                    <a:pt x="2792" y="5351"/>
                    <a:pt x="2805" y="5351"/>
                    <a:pt x="2819" y="5351"/>
                  </a:cubicBezTo>
                  <a:cubicBezTo>
                    <a:pt x="4176" y="5351"/>
                    <a:pt x="5298" y="4072"/>
                    <a:pt x="5272" y="2532"/>
                  </a:cubicBezTo>
                  <a:cubicBezTo>
                    <a:pt x="5246" y="1123"/>
                    <a:pt x="4098" y="1"/>
                    <a:pt x="26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59"/>
            <p:cNvSpPr/>
            <p:nvPr/>
          </p:nvSpPr>
          <p:spPr>
            <a:xfrm>
              <a:off x="2017940" y="3430332"/>
              <a:ext cx="108789" cy="104231"/>
            </a:xfrm>
            <a:custGeom>
              <a:rect b="b" l="l" r="r" t="t"/>
              <a:pathLst>
                <a:path extrusionOk="0" h="5100" w="5323">
                  <a:moveTo>
                    <a:pt x="3035" y="1"/>
                  </a:moveTo>
                  <a:cubicBezTo>
                    <a:pt x="2972" y="1"/>
                    <a:pt x="2908" y="4"/>
                    <a:pt x="2844" y="10"/>
                  </a:cubicBezTo>
                  <a:cubicBezTo>
                    <a:pt x="1200" y="193"/>
                    <a:pt x="78" y="949"/>
                    <a:pt x="52" y="2646"/>
                  </a:cubicBezTo>
                  <a:cubicBezTo>
                    <a:pt x="0" y="3987"/>
                    <a:pt x="1198" y="5099"/>
                    <a:pt x="2612" y="5099"/>
                  </a:cubicBezTo>
                  <a:cubicBezTo>
                    <a:pt x="2629" y="5099"/>
                    <a:pt x="2645" y="5099"/>
                    <a:pt x="2661" y="5099"/>
                  </a:cubicBezTo>
                  <a:cubicBezTo>
                    <a:pt x="2677" y="5099"/>
                    <a:pt x="2693" y="5099"/>
                    <a:pt x="2709" y="5099"/>
                  </a:cubicBezTo>
                  <a:cubicBezTo>
                    <a:pt x="4149" y="5099"/>
                    <a:pt x="5323" y="3934"/>
                    <a:pt x="5297" y="2489"/>
                  </a:cubicBezTo>
                  <a:cubicBezTo>
                    <a:pt x="5322" y="1197"/>
                    <a:pt x="4283" y="1"/>
                    <a:pt x="30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59"/>
            <p:cNvSpPr/>
            <p:nvPr/>
          </p:nvSpPr>
          <p:spPr>
            <a:xfrm>
              <a:off x="2025931" y="2749927"/>
              <a:ext cx="111487" cy="102515"/>
            </a:xfrm>
            <a:custGeom>
              <a:rect b="b" l="l" r="r" t="t"/>
              <a:pathLst>
                <a:path extrusionOk="0" h="5016" w="5455">
                  <a:moveTo>
                    <a:pt x="2717" y="0"/>
                  </a:moveTo>
                  <a:cubicBezTo>
                    <a:pt x="1334" y="0"/>
                    <a:pt x="128" y="1223"/>
                    <a:pt x="52" y="2691"/>
                  </a:cubicBezTo>
                  <a:cubicBezTo>
                    <a:pt x="0" y="4048"/>
                    <a:pt x="966" y="4962"/>
                    <a:pt x="2584" y="5014"/>
                  </a:cubicBezTo>
                  <a:cubicBezTo>
                    <a:pt x="2619" y="5015"/>
                    <a:pt x="2654" y="5016"/>
                    <a:pt x="2689" y="5016"/>
                  </a:cubicBezTo>
                  <a:cubicBezTo>
                    <a:pt x="4179" y="5016"/>
                    <a:pt x="5351" y="3938"/>
                    <a:pt x="5402" y="2561"/>
                  </a:cubicBezTo>
                  <a:cubicBezTo>
                    <a:pt x="5454" y="1230"/>
                    <a:pt x="4280" y="56"/>
                    <a:pt x="2844" y="4"/>
                  </a:cubicBezTo>
                  <a:cubicBezTo>
                    <a:pt x="2802" y="1"/>
                    <a:pt x="2759" y="0"/>
                    <a:pt x="27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59"/>
            <p:cNvSpPr/>
            <p:nvPr/>
          </p:nvSpPr>
          <p:spPr>
            <a:xfrm>
              <a:off x="2045122" y="2209191"/>
              <a:ext cx="102944" cy="101350"/>
            </a:xfrm>
            <a:custGeom>
              <a:rect b="b" l="l" r="r" t="t"/>
              <a:pathLst>
                <a:path extrusionOk="0" h="4959" w="5037">
                  <a:moveTo>
                    <a:pt x="2636" y="0"/>
                  </a:moveTo>
                  <a:cubicBezTo>
                    <a:pt x="1410" y="0"/>
                    <a:pt x="0" y="1383"/>
                    <a:pt x="27" y="2558"/>
                  </a:cubicBezTo>
                  <a:cubicBezTo>
                    <a:pt x="53" y="3889"/>
                    <a:pt x="1123" y="4959"/>
                    <a:pt x="2427" y="4959"/>
                  </a:cubicBezTo>
                  <a:cubicBezTo>
                    <a:pt x="3837" y="4959"/>
                    <a:pt x="4985" y="3836"/>
                    <a:pt x="5037" y="2427"/>
                  </a:cubicBezTo>
                  <a:cubicBezTo>
                    <a:pt x="5011" y="1122"/>
                    <a:pt x="3967" y="52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59"/>
            <p:cNvSpPr/>
            <p:nvPr/>
          </p:nvSpPr>
          <p:spPr>
            <a:xfrm>
              <a:off x="2040850" y="2476923"/>
              <a:ext cx="93890" cy="96547"/>
            </a:xfrm>
            <a:custGeom>
              <a:rect b="b" l="l" r="r" t="t"/>
              <a:pathLst>
                <a:path extrusionOk="0" h="4724" w="4594">
                  <a:moveTo>
                    <a:pt x="2245" y="0"/>
                  </a:moveTo>
                  <a:cubicBezTo>
                    <a:pt x="1227" y="0"/>
                    <a:pt x="1" y="1357"/>
                    <a:pt x="1" y="2480"/>
                  </a:cubicBezTo>
                  <a:cubicBezTo>
                    <a:pt x="1" y="3706"/>
                    <a:pt x="1018" y="4698"/>
                    <a:pt x="2245" y="4724"/>
                  </a:cubicBezTo>
                  <a:cubicBezTo>
                    <a:pt x="3498" y="4619"/>
                    <a:pt x="4489" y="3602"/>
                    <a:pt x="4594" y="2349"/>
                  </a:cubicBezTo>
                  <a:cubicBezTo>
                    <a:pt x="4567" y="1070"/>
                    <a:pt x="3524" y="27"/>
                    <a:pt x="2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59"/>
            <p:cNvSpPr/>
            <p:nvPr/>
          </p:nvSpPr>
          <p:spPr>
            <a:xfrm>
              <a:off x="1876594" y="1619242"/>
              <a:ext cx="111671" cy="94994"/>
            </a:xfrm>
            <a:custGeom>
              <a:rect b="b" l="l" r="r" t="t"/>
              <a:pathLst>
                <a:path extrusionOk="0" h="4648" w="5464">
                  <a:moveTo>
                    <a:pt x="3217" y="0"/>
                  </a:moveTo>
                  <a:cubicBezTo>
                    <a:pt x="3172" y="0"/>
                    <a:pt x="3126" y="1"/>
                    <a:pt x="3080" y="4"/>
                  </a:cubicBezTo>
                  <a:cubicBezTo>
                    <a:pt x="1018" y="4"/>
                    <a:pt x="0" y="2536"/>
                    <a:pt x="1514" y="3997"/>
                  </a:cubicBezTo>
                  <a:cubicBezTo>
                    <a:pt x="1980" y="4447"/>
                    <a:pt x="2543" y="4648"/>
                    <a:pt x="3096" y="4648"/>
                  </a:cubicBezTo>
                  <a:cubicBezTo>
                    <a:pt x="4306" y="4648"/>
                    <a:pt x="5464" y="3682"/>
                    <a:pt x="5428" y="2248"/>
                  </a:cubicBezTo>
                  <a:cubicBezTo>
                    <a:pt x="5453" y="1015"/>
                    <a:pt x="4459" y="0"/>
                    <a:pt x="3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59"/>
            <p:cNvSpPr/>
            <p:nvPr/>
          </p:nvSpPr>
          <p:spPr>
            <a:xfrm>
              <a:off x="2162985" y="1615584"/>
              <a:ext cx="86430" cy="81627"/>
            </a:xfrm>
            <a:custGeom>
              <a:rect b="b" l="l" r="r" t="t"/>
              <a:pathLst>
                <a:path extrusionOk="0" h="3994" w="4229">
                  <a:moveTo>
                    <a:pt x="2088" y="1"/>
                  </a:moveTo>
                  <a:cubicBezTo>
                    <a:pt x="940" y="53"/>
                    <a:pt x="27" y="966"/>
                    <a:pt x="1" y="2088"/>
                  </a:cubicBezTo>
                  <a:cubicBezTo>
                    <a:pt x="27" y="3132"/>
                    <a:pt x="1044" y="3993"/>
                    <a:pt x="2271" y="3993"/>
                  </a:cubicBezTo>
                  <a:cubicBezTo>
                    <a:pt x="2287" y="3994"/>
                    <a:pt x="2303" y="3994"/>
                    <a:pt x="2318" y="3994"/>
                  </a:cubicBezTo>
                  <a:cubicBezTo>
                    <a:pt x="3367" y="3994"/>
                    <a:pt x="4228" y="3142"/>
                    <a:pt x="4202" y="2088"/>
                  </a:cubicBezTo>
                  <a:cubicBezTo>
                    <a:pt x="4228" y="1070"/>
                    <a:pt x="3158" y="1"/>
                    <a:pt x="20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59"/>
            <p:cNvSpPr/>
            <p:nvPr/>
          </p:nvSpPr>
          <p:spPr>
            <a:xfrm>
              <a:off x="3474991" y="3068915"/>
              <a:ext cx="70959" cy="71490"/>
            </a:xfrm>
            <a:custGeom>
              <a:rect b="b" l="l" r="r" t="t"/>
              <a:pathLst>
                <a:path extrusionOk="0" h="3498" w="3472">
                  <a:moveTo>
                    <a:pt x="1978" y="0"/>
                  </a:moveTo>
                  <a:cubicBezTo>
                    <a:pt x="1962" y="0"/>
                    <a:pt x="1947" y="0"/>
                    <a:pt x="1931" y="1"/>
                  </a:cubicBezTo>
                  <a:cubicBezTo>
                    <a:pt x="888" y="79"/>
                    <a:pt x="79" y="914"/>
                    <a:pt x="0" y="1958"/>
                  </a:cubicBezTo>
                  <a:cubicBezTo>
                    <a:pt x="26" y="2793"/>
                    <a:pt x="705" y="3472"/>
                    <a:pt x="1540" y="3498"/>
                  </a:cubicBezTo>
                  <a:cubicBezTo>
                    <a:pt x="2427" y="3472"/>
                    <a:pt x="3471" y="2402"/>
                    <a:pt x="3471" y="1488"/>
                  </a:cubicBezTo>
                  <a:cubicBezTo>
                    <a:pt x="3471" y="669"/>
                    <a:pt x="2792" y="0"/>
                    <a:pt x="19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59"/>
            <p:cNvSpPr/>
            <p:nvPr/>
          </p:nvSpPr>
          <p:spPr>
            <a:xfrm>
              <a:off x="2394072" y="1415051"/>
              <a:ext cx="82363" cy="70203"/>
            </a:xfrm>
            <a:custGeom>
              <a:rect b="b" l="l" r="r" t="t"/>
              <a:pathLst>
                <a:path extrusionOk="0" h="3435" w="4030">
                  <a:moveTo>
                    <a:pt x="2310" y="0"/>
                  </a:moveTo>
                  <a:cubicBezTo>
                    <a:pt x="791" y="0"/>
                    <a:pt x="1" y="1835"/>
                    <a:pt x="1089" y="2923"/>
                  </a:cubicBezTo>
                  <a:cubicBezTo>
                    <a:pt x="1442" y="3276"/>
                    <a:pt x="1873" y="3434"/>
                    <a:pt x="2295" y="3434"/>
                  </a:cubicBezTo>
                  <a:cubicBezTo>
                    <a:pt x="3183" y="3434"/>
                    <a:pt x="4030" y="2732"/>
                    <a:pt x="4012" y="1671"/>
                  </a:cubicBezTo>
                  <a:cubicBezTo>
                    <a:pt x="3986" y="757"/>
                    <a:pt x="3255" y="27"/>
                    <a:pt x="2342" y="1"/>
                  </a:cubicBezTo>
                  <a:cubicBezTo>
                    <a:pt x="2331" y="0"/>
                    <a:pt x="2320" y="0"/>
                    <a:pt x="2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59"/>
            <p:cNvSpPr/>
            <p:nvPr/>
          </p:nvSpPr>
          <p:spPr>
            <a:xfrm>
              <a:off x="3154980" y="2567052"/>
              <a:ext cx="70428" cy="69365"/>
            </a:xfrm>
            <a:custGeom>
              <a:rect b="b" l="l" r="r" t="t"/>
              <a:pathLst>
                <a:path extrusionOk="0" h="3394" w="3446">
                  <a:moveTo>
                    <a:pt x="1723" y="1"/>
                  </a:moveTo>
                  <a:cubicBezTo>
                    <a:pt x="758" y="1"/>
                    <a:pt x="1" y="784"/>
                    <a:pt x="27" y="1723"/>
                  </a:cubicBezTo>
                  <a:cubicBezTo>
                    <a:pt x="27" y="2672"/>
                    <a:pt x="808" y="3394"/>
                    <a:pt x="1727" y="3394"/>
                  </a:cubicBezTo>
                  <a:cubicBezTo>
                    <a:pt x="1743" y="3394"/>
                    <a:pt x="1759" y="3394"/>
                    <a:pt x="1775" y="3393"/>
                  </a:cubicBezTo>
                  <a:cubicBezTo>
                    <a:pt x="2715" y="3367"/>
                    <a:pt x="3445" y="2584"/>
                    <a:pt x="3419" y="1671"/>
                  </a:cubicBezTo>
                  <a:cubicBezTo>
                    <a:pt x="3419" y="731"/>
                    <a:pt x="2663" y="1"/>
                    <a:pt x="17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59"/>
            <p:cNvSpPr/>
            <p:nvPr/>
          </p:nvSpPr>
          <p:spPr>
            <a:xfrm>
              <a:off x="1313398" y="2692334"/>
              <a:ext cx="82138" cy="70469"/>
            </a:xfrm>
            <a:custGeom>
              <a:rect b="b" l="l" r="r" t="t"/>
              <a:pathLst>
                <a:path extrusionOk="0" h="3448" w="4019">
                  <a:moveTo>
                    <a:pt x="2289" y="1"/>
                  </a:moveTo>
                  <a:cubicBezTo>
                    <a:pt x="2257" y="1"/>
                    <a:pt x="2224" y="1"/>
                    <a:pt x="2192" y="3"/>
                  </a:cubicBezTo>
                  <a:cubicBezTo>
                    <a:pt x="0" y="212"/>
                    <a:pt x="183" y="3448"/>
                    <a:pt x="2375" y="3448"/>
                  </a:cubicBezTo>
                  <a:cubicBezTo>
                    <a:pt x="3288" y="3396"/>
                    <a:pt x="4019" y="2639"/>
                    <a:pt x="3993" y="1699"/>
                  </a:cubicBezTo>
                  <a:cubicBezTo>
                    <a:pt x="3993" y="740"/>
                    <a:pt x="3236" y="1"/>
                    <a:pt x="2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59"/>
            <p:cNvSpPr/>
            <p:nvPr/>
          </p:nvSpPr>
          <p:spPr>
            <a:xfrm>
              <a:off x="3238181" y="1672646"/>
              <a:ext cx="66156" cy="68833"/>
            </a:xfrm>
            <a:custGeom>
              <a:rect b="b" l="l" r="r" t="t"/>
              <a:pathLst>
                <a:path extrusionOk="0" h="3368" w="3237">
                  <a:moveTo>
                    <a:pt x="1645" y="1"/>
                  </a:moveTo>
                  <a:cubicBezTo>
                    <a:pt x="731" y="53"/>
                    <a:pt x="1" y="836"/>
                    <a:pt x="53" y="1775"/>
                  </a:cubicBezTo>
                  <a:cubicBezTo>
                    <a:pt x="27" y="2610"/>
                    <a:pt x="679" y="3315"/>
                    <a:pt x="1514" y="3367"/>
                  </a:cubicBezTo>
                  <a:cubicBezTo>
                    <a:pt x="2428" y="3367"/>
                    <a:pt x="3184" y="2610"/>
                    <a:pt x="3158" y="1671"/>
                  </a:cubicBezTo>
                  <a:cubicBezTo>
                    <a:pt x="3237" y="784"/>
                    <a:pt x="2532" y="27"/>
                    <a:pt x="16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59"/>
            <p:cNvSpPr/>
            <p:nvPr/>
          </p:nvSpPr>
          <p:spPr>
            <a:xfrm>
              <a:off x="2919254" y="3344127"/>
              <a:ext cx="67219" cy="66688"/>
            </a:xfrm>
            <a:custGeom>
              <a:rect b="b" l="l" r="r" t="t"/>
              <a:pathLst>
                <a:path extrusionOk="0" h="3263" w="3289">
                  <a:moveTo>
                    <a:pt x="1723" y="0"/>
                  </a:moveTo>
                  <a:cubicBezTo>
                    <a:pt x="809" y="79"/>
                    <a:pt x="105" y="809"/>
                    <a:pt x="53" y="1723"/>
                  </a:cubicBezTo>
                  <a:cubicBezTo>
                    <a:pt x="0" y="2558"/>
                    <a:pt x="679" y="3262"/>
                    <a:pt x="1514" y="3262"/>
                  </a:cubicBezTo>
                  <a:cubicBezTo>
                    <a:pt x="2480" y="3236"/>
                    <a:pt x="3262" y="2453"/>
                    <a:pt x="3289" y="1488"/>
                  </a:cubicBezTo>
                  <a:cubicBezTo>
                    <a:pt x="3236" y="653"/>
                    <a:pt x="2558" y="0"/>
                    <a:pt x="17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59"/>
            <p:cNvSpPr/>
            <p:nvPr/>
          </p:nvSpPr>
          <p:spPr>
            <a:xfrm>
              <a:off x="3587867" y="2409172"/>
              <a:ext cx="80749" cy="60842"/>
            </a:xfrm>
            <a:custGeom>
              <a:rect b="b" l="l" r="r" t="t"/>
              <a:pathLst>
                <a:path extrusionOk="0" h="2977" w="3951">
                  <a:moveTo>
                    <a:pt x="1968" y="1"/>
                  </a:moveTo>
                  <a:cubicBezTo>
                    <a:pt x="0" y="1"/>
                    <a:pt x="0" y="2977"/>
                    <a:pt x="1968" y="2977"/>
                  </a:cubicBezTo>
                  <a:cubicBezTo>
                    <a:pt x="1985" y="2977"/>
                    <a:pt x="2002" y="2977"/>
                    <a:pt x="2019" y="2976"/>
                  </a:cubicBezTo>
                  <a:cubicBezTo>
                    <a:pt x="3950" y="2924"/>
                    <a:pt x="3950" y="53"/>
                    <a:pt x="2019" y="1"/>
                  </a:cubicBezTo>
                  <a:cubicBezTo>
                    <a:pt x="2002" y="1"/>
                    <a:pt x="1985" y="1"/>
                    <a:pt x="19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59"/>
            <p:cNvSpPr/>
            <p:nvPr/>
          </p:nvSpPr>
          <p:spPr>
            <a:xfrm>
              <a:off x="1134202" y="3356369"/>
              <a:ext cx="62416" cy="61905"/>
            </a:xfrm>
            <a:custGeom>
              <a:rect b="b" l="l" r="r" t="t"/>
              <a:pathLst>
                <a:path extrusionOk="0" h="3029" w="3054">
                  <a:moveTo>
                    <a:pt x="1560" y="1"/>
                  </a:moveTo>
                  <a:cubicBezTo>
                    <a:pt x="1545" y="1"/>
                    <a:pt x="1529" y="1"/>
                    <a:pt x="1513" y="2"/>
                  </a:cubicBezTo>
                  <a:cubicBezTo>
                    <a:pt x="1498" y="1"/>
                    <a:pt x="1482" y="1"/>
                    <a:pt x="1467" y="1"/>
                  </a:cubicBezTo>
                  <a:cubicBezTo>
                    <a:pt x="653" y="1"/>
                    <a:pt x="0" y="670"/>
                    <a:pt x="26" y="1515"/>
                  </a:cubicBezTo>
                  <a:cubicBezTo>
                    <a:pt x="26" y="2324"/>
                    <a:pt x="704" y="3003"/>
                    <a:pt x="1540" y="3029"/>
                  </a:cubicBezTo>
                  <a:cubicBezTo>
                    <a:pt x="2375" y="2976"/>
                    <a:pt x="3027" y="2298"/>
                    <a:pt x="3053" y="1489"/>
                  </a:cubicBezTo>
                  <a:cubicBezTo>
                    <a:pt x="3027" y="670"/>
                    <a:pt x="2374" y="1"/>
                    <a:pt x="15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59"/>
            <p:cNvSpPr/>
            <p:nvPr/>
          </p:nvSpPr>
          <p:spPr>
            <a:xfrm>
              <a:off x="791792" y="2238499"/>
              <a:ext cx="61353" cy="61374"/>
            </a:xfrm>
            <a:custGeom>
              <a:rect b="b" l="l" r="r" t="t"/>
              <a:pathLst>
                <a:path extrusionOk="0" h="3003" w="3002">
                  <a:moveTo>
                    <a:pt x="1484" y="1"/>
                  </a:moveTo>
                  <a:cubicBezTo>
                    <a:pt x="1468" y="1"/>
                    <a:pt x="1452" y="1"/>
                    <a:pt x="1436" y="2"/>
                  </a:cubicBezTo>
                  <a:cubicBezTo>
                    <a:pt x="653" y="54"/>
                    <a:pt x="26" y="680"/>
                    <a:pt x="0" y="1463"/>
                  </a:cubicBezTo>
                  <a:cubicBezTo>
                    <a:pt x="0" y="2298"/>
                    <a:pt x="679" y="2976"/>
                    <a:pt x="1488" y="3003"/>
                  </a:cubicBezTo>
                  <a:cubicBezTo>
                    <a:pt x="2323" y="2976"/>
                    <a:pt x="3001" y="2298"/>
                    <a:pt x="2975" y="1463"/>
                  </a:cubicBezTo>
                  <a:cubicBezTo>
                    <a:pt x="2975" y="644"/>
                    <a:pt x="2298" y="1"/>
                    <a:pt x="14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59"/>
            <p:cNvSpPr/>
            <p:nvPr/>
          </p:nvSpPr>
          <p:spPr>
            <a:xfrm>
              <a:off x="2148045" y="1224124"/>
              <a:ext cx="61905" cy="60822"/>
            </a:xfrm>
            <a:custGeom>
              <a:rect b="b" l="l" r="r" t="t"/>
              <a:pathLst>
                <a:path extrusionOk="0" h="2976" w="3029">
                  <a:moveTo>
                    <a:pt x="1541" y="0"/>
                  </a:moveTo>
                  <a:cubicBezTo>
                    <a:pt x="706" y="0"/>
                    <a:pt x="27" y="679"/>
                    <a:pt x="1" y="1514"/>
                  </a:cubicBezTo>
                  <a:cubicBezTo>
                    <a:pt x="1" y="2333"/>
                    <a:pt x="679" y="2976"/>
                    <a:pt x="1492" y="2976"/>
                  </a:cubicBezTo>
                  <a:cubicBezTo>
                    <a:pt x="1508" y="2976"/>
                    <a:pt x="1524" y="2976"/>
                    <a:pt x="1541" y="2975"/>
                  </a:cubicBezTo>
                  <a:cubicBezTo>
                    <a:pt x="2376" y="2975"/>
                    <a:pt x="3028" y="2297"/>
                    <a:pt x="3002" y="1462"/>
                  </a:cubicBezTo>
                  <a:cubicBezTo>
                    <a:pt x="2950" y="679"/>
                    <a:pt x="2323" y="26"/>
                    <a:pt x="15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0" name="Google Shape;610;p59"/>
          <p:cNvSpPr txBox="1"/>
          <p:nvPr>
            <p:ph idx="1" type="subTitle"/>
          </p:nvPr>
        </p:nvSpPr>
        <p:spPr>
          <a:xfrm>
            <a:off x="4006200" y="1197075"/>
            <a:ext cx="4675500" cy="239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7 Total Tasks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Work alone today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Let me check you off before you leave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Remember: contains info up until lecture 7</a:t>
            </a:r>
            <a:endParaRPr sz="3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inter Snowflakes Premium XL">
  <a:themeElements>
    <a:clrScheme name="Simple Light">
      <a:dk1>
        <a:srgbClr val="D1DBE0"/>
      </a:dk1>
      <a:lt1>
        <a:srgbClr val="FFFFFF"/>
      </a:lt1>
      <a:dk2>
        <a:srgbClr val="000000"/>
      </a:dk2>
      <a:lt2>
        <a:srgbClr val="EEEEEE"/>
      </a:lt2>
      <a:accent1>
        <a:srgbClr val="932E4D"/>
      </a:accent1>
      <a:accent2>
        <a:srgbClr val="E54E69"/>
      </a:accent2>
      <a:accent3>
        <a:srgbClr val="00B6BB"/>
      </a:accent3>
      <a:accent4>
        <a:srgbClr val="FFBB4D"/>
      </a:accent4>
      <a:accent5>
        <a:srgbClr val="727C14"/>
      </a:accent5>
      <a:accent6>
        <a:srgbClr val="D48442"/>
      </a:accent6>
      <a:hlink>
        <a:srgbClr val="932E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